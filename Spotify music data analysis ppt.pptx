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Corbel"/>
      <p:regular r:id="rId23"/>
      <p:bold r:id="rId24"/>
      <p:italic r:id="rId25"/>
      <p:boldItalic r:id="rId26"/>
    </p:embeddedFont>
    <p:embeddedFont>
      <p:font typeface="Courgette"/>
      <p:regular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hTwURvsnfCoyBvDpi3A1BrxvpG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Corbel-bold.fntdata"/><Relationship Id="rId23" Type="http://schemas.openxmlformats.org/officeDocument/2006/relationships/font" Target="fonts/Corbel-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Corbel-boldItalic.fntdata"/><Relationship Id="rId25" Type="http://schemas.openxmlformats.org/officeDocument/2006/relationships/font" Target="fonts/Corbel-italic.fntdata"/><Relationship Id="rId28" Type="http://customschemas.google.com/relationships/presentationmetadata" Target="metadata"/><Relationship Id="rId27" Type="http://schemas.openxmlformats.org/officeDocument/2006/relationships/font" Target="fonts/Courgette-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20"/>
          <p:cNvGrpSpPr/>
          <p:nvPr/>
        </p:nvGrpSpPr>
        <p:grpSpPr>
          <a:xfrm>
            <a:off x="546100" y="-4763"/>
            <a:ext cx="5014912" cy="6862763"/>
            <a:chOff x="2928938" y="-4763"/>
            <a:chExt cx="5014912" cy="6862763"/>
          </a:xfrm>
        </p:grpSpPr>
        <p:sp>
          <p:nvSpPr>
            <p:cNvPr id="24" name="Google Shape;24;p20"/>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sp>
        <p:sp>
          <p:nvSpPr>
            <p:cNvPr id="25" name="Google Shape;25;p20"/>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Google Shape;26;p20"/>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sp>
        <p:sp>
          <p:nvSpPr>
            <p:cNvPr id="27" name="Google Shape;27;p20"/>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455A19"/>
            </a:solidFill>
            <a:ln>
              <a:noFill/>
            </a:ln>
          </p:spPr>
        </p:sp>
        <p:sp>
          <p:nvSpPr>
            <p:cNvPr id="28" name="Google Shape;28;p20"/>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688726"/>
            </a:solidFill>
            <a:ln>
              <a:noFill/>
            </a:ln>
          </p:spPr>
        </p:sp>
        <p:sp>
          <p:nvSpPr>
            <p:cNvPr id="29" name="Google Shape;29;p20"/>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30" name="Google Shape;30;p20"/>
          <p:cNvSpPr txBox="1"/>
          <p:nvPr>
            <p:ph type="ctrTitle"/>
          </p:nvPr>
        </p:nvSpPr>
        <p:spPr>
          <a:xfrm>
            <a:off x="2928401" y="1380068"/>
            <a:ext cx="8574622" cy="2616199"/>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6000"/>
              <a:buFont typeface="Corbel"/>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 type="subTitle"/>
          </p:nvPr>
        </p:nvSpPr>
        <p:spPr>
          <a:xfrm>
            <a:off x="4515377" y="3996267"/>
            <a:ext cx="6987645" cy="1388534"/>
          </a:xfrm>
          <a:prstGeom prst="rect">
            <a:avLst/>
          </a:prstGeom>
          <a:noFill/>
          <a:ln>
            <a:noFill/>
          </a:ln>
        </p:spPr>
        <p:txBody>
          <a:bodyPr anchorCtr="0" anchor="t" bIns="45700" lIns="91425" spcFirstLastPara="1" rIns="91425" wrap="square" tIns="45700">
            <a:normAutofit/>
          </a:bodyPr>
          <a:lstStyle>
            <a:lvl1pPr lvl="0" algn="r">
              <a:spcBef>
                <a:spcPts val="420"/>
              </a:spcBef>
              <a:spcAft>
                <a:spcPts val="0"/>
              </a:spcAft>
              <a:buSzPts val="3045"/>
              <a:buNone/>
              <a:defRPr sz="2100">
                <a:solidFill>
                  <a:schemeClr val="dk1"/>
                </a:solidFill>
              </a:defRPr>
            </a:lvl1pPr>
            <a:lvl2pPr lvl="1" algn="ctr">
              <a:spcBef>
                <a:spcPts val="600"/>
              </a:spcBef>
              <a:spcAft>
                <a:spcPts val="0"/>
              </a:spcAft>
              <a:buSzPts val="2900"/>
              <a:buNone/>
              <a:defRPr>
                <a:solidFill>
                  <a:srgbClr val="888888"/>
                </a:solidFill>
              </a:defRPr>
            </a:lvl2pPr>
            <a:lvl3pPr lvl="2" algn="ctr">
              <a:spcBef>
                <a:spcPts val="600"/>
              </a:spcBef>
              <a:spcAft>
                <a:spcPts val="0"/>
              </a:spcAft>
              <a:buSzPts val="2610"/>
              <a:buNone/>
              <a:defRPr>
                <a:solidFill>
                  <a:srgbClr val="888888"/>
                </a:solidFill>
              </a:defRPr>
            </a:lvl3pPr>
            <a:lvl4pPr lvl="3" algn="ctr">
              <a:spcBef>
                <a:spcPts val="600"/>
              </a:spcBef>
              <a:spcAft>
                <a:spcPts val="0"/>
              </a:spcAft>
              <a:buSzPts val="2320"/>
              <a:buNone/>
              <a:defRPr>
                <a:solidFill>
                  <a:srgbClr val="888888"/>
                </a:solidFill>
              </a:defRPr>
            </a:lvl4pPr>
            <a:lvl5pPr lvl="4" algn="ctr">
              <a:spcBef>
                <a:spcPts val="600"/>
              </a:spcBef>
              <a:spcAft>
                <a:spcPts val="0"/>
              </a:spcAft>
              <a:buSzPts val="2030"/>
              <a:buNone/>
              <a:defRPr>
                <a:solidFill>
                  <a:srgbClr val="888888"/>
                </a:solidFill>
              </a:defRPr>
            </a:lvl5pPr>
            <a:lvl6pPr lvl="5" algn="ctr">
              <a:spcBef>
                <a:spcPts val="600"/>
              </a:spcBef>
              <a:spcAft>
                <a:spcPts val="0"/>
              </a:spcAft>
              <a:buSzPts val="2030"/>
              <a:buNone/>
              <a:defRPr>
                <a:solidFill>
                  <a:srgbClr val="888888"/>
                </a:solidFill>
              </a:defRPr>
            </a:lvl6pPr>
            <a:lvl7pPr lvl="6" algn="ctr">
              <a:spcBef>
                <a:spcPts val="600"/>
              </a:spcBef>
              <a:spcAft>
                <a:spcPts val="0"/>
              </a:spcAft>
              <a:buSzPts val="2030"/>
              <a:buNone/>
              <a:defRPr>
                <a:solidFill>
                  <a:srgbClr val="888888"/>
                </a:solidFill>
              </a:defRPr>
            </a:lvl7pPr>
            <a:lvl8pPr lvl="7" algn="ctr">
              <a:spcBef>
                <a:spcPts val="600"/>
              </a:spcBef>
              <a:spcAft>
                <a:spcPts val="0"/>
              </a:spcAft>
              <a:buSzPts val="2030"/>
              <a:buNone/>
              <a:defRPr>
                <a:solidFill>
                  <a:srgbClr val="888888"/>
                </a:solidFill>
              </a:defRPr>
            </a:lvl8pPr>
            <a:lvl9pPr lvl="8" algn="ctr">
              <a:spcBef>
                <a:spcPts val="600"/>
              </a:spcBef>
              <a:spcAft>
                <a:spcPts val="600"/>
              </a:spcAft>
              <a:buSzPts val="2030"/>
              <a:buNone/>
              <a:defRPr>
                <a:solidFill>
                  <a:srgbClr val="888888"/>
                </a:solidFill>
              </a:defRPr>
            </a:lvl9pPr>
          </a:lstStyle>
          <a:p/>
        </p:txBody>
      </p:sp>
      <p:sp>
        <p:nvSpPr>
          <p:cNvPr id="32" name="Google Shape;32;p20"/>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0"/>
          <p:cNvSpPr txBox="1"/>
          <p:nvPr>
            <p:ph idx="11" type="ftr"/>
          </p:nvPr>
        </p:nvSpPr>
        <p:spPr>
          <a:xfrm>
            <a:off x="5332412" y="5883275"/>
            <a:ext cx="432404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0"/>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 name="Shape 35"/>
        <p:cNvGrpSpPr/>
        <p:nvPr/>
      </p:nvGrpSpPr>
      <p:grpSpPr>
        <a:xfrm>
          <a:off x="0" y="0"/>
          <a:ext cx="0" cy="0"/>
          <a:chOff x="0" y="0"/>
          <a:chExt cx="0" cy="0"/>
        </a:xfrm>
      </p:grpSpPr>
      <p:sp>
        <p:nvSpPr>
          <p:cNvPr id="36" name="Google Shape;36;p21"/>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1"/>
          <p:cNvSpPr txBox="1"/>
          <p:nvPr>
            <p:ph idx="1" type="body"/>
          </p:nvPr>
        </p:nvSpPr>
        <p:spPr>
          <a:xfrm>
            <a:off x="1484310" y="2666999"/>
            <a:ext cx="10018713" cy="3124201"/>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38" name="Google Shape;38;p21"/>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1"/>
          <p:cNvSpPr txBox="1"/>
          <p:nvPr>
            <p:ph idx="12" type="sldNum"/>
          </p:nvPr>
        </p:nvSpPr>
        <p:spPr>
          <a:xfrm>
            <a:off x="10951856" y="5867131"/>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22"/>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2"/>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2"/>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2"/>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23"/>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3"/>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50" name="Shape 50"/>
        <p:cNvGrpSpPr/>
        <p:nvPr/>
      </p:nvGrpSpPr>
      <p:grpSpPr>
        <a:xfrm>
          <a:off x="0" y="0"/>
          <a:ext cx="0" cy="0"/>
          <a:chOff x="0" y="0"/>
          <a:chExt cx="0" cy="0"/>
        </a:xfrm>
      </p:grpSpPr>
      <p:sp>
        <p:nvSpPr>
          <p:cNvPr id="51" name="Google Shape;51;p24"/>
          <p:cNvSpPr txBox="1"/>
          <p:nvPr>
            <p:ph type="title"/>
          </p:nvPr>
        </p:nvSpPr>
        <p:spPr>
          <a:xfrm>
            <a:off x="1484312" y="685800"/>
            <a:ext cx="10018711" cy="3048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 type="body"/>
          </p:nvPr>
        </p:nvSpPr>
        <p:spPr>
          <a:xfrm>
            <a:off x="1484312" y="4343400"/>
            <a:ext cx="10018713" cy="14478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53" name="Google Shape;53;p24"/>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4"/>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4"/>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 name="Shape 56"/>
        <p:cNvGrpSpPr/>
        <p:nvPr/>
      </p:nvGrpSpPr>
      <p:grpSpPr>
        <a:xfrm>
          <a:off x="0" y="0"/>
          <a:ext cx="0" cy="0"/>
          <a:chOff x="0" y="0"/>
          <a:chExt cx="0" cy="0"/>
        </a:xfrm>
      </p:grpSpPr>
      <p:sp>
        <p:nvSpPr>
          <p:cNvPr id="57" name="Google Shape;57;p25"/>
          <p:cNvSpPr txBox="1"/>
          <p:nvPr>
            <p:ph type="title"/>
          </p:nvPr>
        </p:nvSpPr>
        <p:spPr>
          <a:xfrm>
            <a:off x="2572279" y="2666999"/>
            <a:ext cx="8930747" cy="2110382"/>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4000"/>
              <a:buFont typeface="Corbel"/>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5"/>
          <p:cNvSpPr txBox="1"/>
          <p:nvPr>
            <p:ph idx="1" type="body"/>
          </p:nvPr>
        </p:nvSpPr>
        <p:spPr>
          <a:xfrm>
            <a:off x="2572278" y="4777381"/>
            <a:ext cx="8930748" cy="860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59" name="Google Shape;59;p25"/>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5"/>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2" name="Shape 62"/>
        <p:cNvGrpSpPr/>
        <p:nvPr/>
      </p:nvGrpSpPr>
      <p:grpSpPr>
        <a:xfrm>
          <a:off x="0" y="0"/>
          <a:ext cx="0" cy="0"/>
          <a:chOff x="0" y="0"/>
          <a:chExt cx="0" cy="0"/>
        </a:xfrm>
      </p:grpSpPr>
      <p:sp>
        <p:nvSpPr>
          <p:cNvPr id="63" name="Google Shape;63;p26"/>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6"/>
          <p:cNvSpPr txBox="1"/>
          <p:nvPr>
            <p:ph idx="1" type="body"/>
          </p:nvPr>
        </p:nvSpPr>
        <p:spPr>
          <a:xfrm>
            <a:off x="1484312" y="2666999"/>
            <a:ext cx="4895055" cy="3124201"/>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65" name="Google Shape;65;p26"/>
          <p:cNvSpPr txBox="1"/>
          <p:nvPr>
            <p:ph idx="2" type="body"/>
          </p:nvPr>
        </p:nvSpPr>
        <p:spPr>
          <a:xfrm>
            <a:off x="6607967" y="2667000"/>
            <a:ext cx="4895056" cy="3124200"/>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66" name="Google Shape;66;p26"/>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6"/>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9" name="Shape 69"/>
        <p:cNvGrpSpPr/>
        <p:nvPr/>
      </p:nvGrpSpPr>
      <p:grpSpPr>
        <a:xfrm>
          <a:off x="0" y="0"/>
          <a:ext cx="0" cy="0"/>
          <a:chOff x="0" y="0"/>
          <a:chExt cx="0" cy="0"/>
        </a:xfrm>
      </p:grpSpPr>
      <p:sp>
        <p:nvSpPr>
          <p:cNvPr id="70" name="Google Shape;70;p27"/>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7"/>
          <p:cNvSpPr txBox="1"/>
          <p:nvPr>
            <p:ph idx="1" type="body"/>
          </p:nvPr>
        </p:nvSpPr>
        <p:spPr>
          <a:xfrm>
            <a:off x="1772179" y="2658533"/>
            <a:ext cx="4607188"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4060"/>
              <a:buNone/>
              <a:defRPr b="0" sz="2800">
                <a:solidFill>
                  <a:srgbClr val="688726"/>
                </a:solidFill>
              </a:defRPr>
            </a:lvl1pPr>
            <a:lvl2pPr indent="-228600" lvl="1" marL="914400" algn="l">
              <a:spcBef>
                <a:spcPts val="600"/>
              </a:spcBef>
              <a:spcAft>
                <a:spcPts val="0"/>
              </a:spcAft>
              <a:buSzPts val="2900"/>
              <a:buNone/>
              <a:defRPr b="1" sz="2000"/>
            </a:lvl2pPr>
            <a:lvl3pPr indent="-228600" lvl="2" marL="1371600" algn="l">
              <a:spcBef>
                <a:spcPts val="600"/>
              </a:spcBef>
              <a:spcAft>
                <a:spcPts val="0"/>
              </a:spcAft>
              <a:buSzPts val="2610"/>
              <a:buNone/>
              <a:defRPr b="1" sz="1800"/>
            </a:lvl3pPr>
            <a:lvl4pPr indent="-228600" lvl="3" marL="1828800" algn="l">
              <a:spcBef>
                <a:spcPts val="600"/>
              </a:spcBef>
              <a:spcAft>
                <a:spcPts val="0"/>
              </a:spcAft>
              <a:buSzPts val="2320"/>
              <a:buNone/>
              <a:defRPr b="1" sz="1600"/>
            </a:lvl4pPr>
            <a:lvl5pPr indent="-228600" lvl="4" marL="2286000" algn="l">
              <a:spcBef>
                <a:spcPts val="600"/>
              </a:spcBef>
              <a:spcAft>
                <a:spcPts val="0"/>
              </a:spcAft>
              <a:buSzPts val="2320"/>
              <a:buNone/>
              <a:defRPr b="1" sz="1600"/>
            </a:lvl5pPr>
            <a:lvl6pPr indent="-228600" lvl="5" marL="2743200" algn="l">
              <a:spcBef>
                <a:spcPts val="600"/>
              </a:spcBef>
              <a:spcAft>
                <a:spcPts val="0"/>
              </a:spcAft>
              <a:buSzPts val="2320"/>
              <a:buNone/>
              <a:defRPr b="1" sz="1600"/>
            </a:lvl6pPr>
            <a:lvl7pPr indent="-228600" lvl="6" marL="3200400" algn="l">
              <a:spcBef>
                <a:spcPts val="600"/>
              </a:spcBef>
              <a:spcAft>
                <a:spcPts val="0"/>
              </a:spcAft>
              <a:buSzPts val="2320"/>
              <a:buNone/>
              <a:defRPr b="1" sz="1600"/>
            </a:lvl7pPr>
            <a:lvl8pPr indent="-228600" lvl="7" marL="3657600" algn="l">
              <a:spcBef>
                <a:spcPts val="600"/>
              </a:spcBef>
              <a:spcAft>
                <a:spcPts val="0"/>
              </a:spcAft>
              <a:buSzPts val="2320"/>
              <a:buNone/>
              <a:defRPr b="1" sz="1600"/>
            </a:lvl8pPr>
            <a:lvl9pPr indent="-228600" lvl="8" marL="4114800" algn="l">
              <a:spcBef>
                <a:spcPts val="600"/>
              </a:spcBef>
              <a:spcAft>
                <a:spcPts val="600"/>
              </a:spcAft>
              <a:buSzPts val="2320"/>
              <a:buNone/>
              <a:defRPr b="1" sz="1600"/>
            </a:lvl9pPr>
          </a:lstStyle>
          <a:p/>
        </p:txBody>
      </p:sp>
      <p:sp>
        <p:nvSpPr>
          <p:cNvPr id="72" name="Google Shape;72;p27"/>
          <p:cNvSpPr txBox="1"/>
          <p:nvPr>
            <p:ph idx="2" type="body"/>
          </p:nvPr>
        </p:nvSpPr>
        <p:spPr>
          <a:xfrm>
            <a:off x="1484311" y="3335337"/>
            <a:ext cx="4895056" cy="2455862"/>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73" name="Google Shape;73;p27"/>
          <p:cNvSpPr txBox="1"/>
          <p:nvPr>
            <p:ph idx="3" type="body"/>
          </p:nvPr>
        </p:nvSpPr>
        <p:spPr>
          <a:xfrm>
            <a:off x="6880487" y="2667000"/>
            <a:ext cx="4622537"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4060"/>
              <a:buNone/>
              <a:defRPr b="0" sz="2800">
                <a:solidFill>
                  <a:srgbClr val="688726"/>
                </a:solidFill>
              </a:defRPr>
            </a:lvl1pPr>
            <a:lvl2pPr indent="-228600" lvl="1" marL="914400" algn="l">
              <a:spcBef>
                <a:spcPts val="600"/>
              </a:spcBef>
              <a:spcAft>
                <a:spcPts val="0"/>
              </a:spcAft>
              <a:buSzPts val="2900"/>
              <a:buNone/>
              <a:defRPr b="1" sz="2000"/>
            </a:lvl2pPr>
            <a:lvl3pPr indent="-228600" lvl="2" marL="1371600" algn="l">
              <a:spcBef>
                <a:spcPts val="600"/>
              </a:spcBef>
              <a:spcAft>
                <a:spcPts val="0"/>
              </a:spcAft>
              <a:buSzPts val="2610"/>
              <a:buNone/>
              <a:defRPr b="1" sz="1800"/>
            </a:lvl3pPr>
            <a:lvl4pPr indent="-228600" lvl="3" marL="1828800" algn="l">
              <a:spcBef>
                <a:spcPts val="600"/>
              </a:spcBef>
              <a:spcAft>
                <a:spcPts val="0"/>
              </a:spcAft>
              <a:buSzPts val="2320"/>
              <a:buNone/>
              <a:defRPr b="1" sz="1600"/>
            </a:lvl4pPr>
            <a:lvl5pPr indent="-228600" lvl="4" marL="2286000" algn="l">
              <a:spcBef>
                <a:spcPts val="600"/>
              </a:spcBef>
              <a:spcAft>
                <a:spcPts val="0"/>
              </a:spcAft>
              <a:buSzPts val="2320"/>
              <a:buNone/>
              <a:defRPr b="1" sz="1600"/>
            </a:lvl5pPr>
            <a:lvl6pPr indent="-228600" lvl="5" marL="2743200" algn="l">
              <a:spcBef>
                <a:spcPts val="600"/>
              </a:spcBef>
              <a:spcAft>
                <a:spcPts val="0"/>
              </a:spcAft>
              <a:buSzPts val="2320"/>
              <a:buNone/>
              <a:defRPr b="1" sz="1600"/>
            </a:lvl6pPr>
            <a:lvl7pPr indent="-228600" lvl="6" marL="3200400" algn="l">
              <a:spcBef>
                <a:spcPts val="600"/>
              </a:spcBef>
              <a:spcAft>
                <a:spcPts val="0"/>
              </a:spcAft>
              <a:buSzPts val="2320"/>
              <a:buNone/>
              <a:defRPr b="1" sz="1600"/>
            </a:lvl7pPr>
            <a:lvl8pPr indent="-228600" lvl="7" marL="3657600" algn="l">
              <a:spcBef>
                <a:spcPts val="600"/>
              </a:spcBef>
              <a:spcAft>
                <a:spcPts val="0"/>
              </a:spcAft>
              <a:buSzPts val="2320"/>
              <a:buNone/>
              <a:defRPr b="1" sz="1600"/>
            </a:lvl8pPr>
            <a:lvl9pPr indent="-228600" lvl="8" marL="4114800" algn="l">
              <a:spcBef>
                <a:spcPts val="600"/>
              </a:spcBef>
              <a:spcAft>
                <a:spcPts val="600"/>
              </a:spcAft>
              <a:buSzPts val="2320"/>
              <a:buNone/>
              <a:defRPr b="1" sz="1600"/>
            </a:lvl9pPr>
          </a:lstStyle>
          <a:p/>
        </p:txBody>
      </p:sp>
      <p:sp>
        <p:nvSpPr>
          <p:cNvPr id="74" name="Google Shape;74;p27"/>
          <p:cNvSpPr txBox="1"/>
          <p:nvPr>
            <p:ph idx="4" type="body"/>
          </p:nvPr>
        </p:nvSpPr>
        <p:spPr>
          <a:xfrm>
            <a:off x="6607967" y="3335337"/>
            <a:ext cx="4895056" cy="2455862"/>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75" name="Google Shape;75;p27"/>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7"/>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7"/>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28"/>
          <p:cNvSpPr txBox="1"/>
          <p:nvPr>
            <p:ph type="title"/>
          </p:nvPr>
        </p:nvSpPr>
        <p:spPr>
          <a:xfrm>
            <a:off x="1484312" y="1600200"/>
            <a:ext cx="3549121"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rbe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8"/>
          <p:cNvSpPr txBox="1"/>
          <p:nvPr>
            <p:ph idx="1" type="body"/>
          </p:nvPr>
        </p:nvSpPr>
        <p:spPr>
          <a:xfrm>
            <a:off x="5262033" y="685799"/>
            <a:ext cx="6240990" cy="5105401"/>
          </a:xfrm>
          <a:prstGeom prst="rect">
            <a:avLst/>
          </a:prstGeom>
          <a:noFill/>
          <a:ln>
            <a:noFill/>
          </a:ln>
        </p:spPr>
        <p:txBody>
          <a:bodyPr anchorCtr="0" anchor="ctr" bIns="45700" lIns="91425" spcFirstLastPara="1" rIns="91425" wrap="square" tIns="45700">
            <a:normAutofit/>
          </a:bodyPr>
          <a:lstStyle>
            <a:lvl1pPr indent="-412750" lvl="0" marL="457200" algn="l">
              <a:spcBef>
                <a:spcPts val="400"/>
              </a:spcBef>
              <a:spcAft>
                <a:spcPts val="0"/>
              </a:spcAft>
              <a:buSzPts val="2900"/>
              <a:buChar char="•"/>
              <a:defRPr sz="2000"/>
            </a:lvl1pPr>
            <a:lvl2pPr indent="-394335" lvl="1" marL="914400" algn="l">
              <a:spcBef>
                <a:spcPts val="600"/>
              </a:spcBef>
              <a:spcAft>
                <a:spcPts val="0"/>
              </a:spcAft>
              <a:buSzPts val="2610"/>
              <a:buChar char="•"/>
              <a:defRPr sz="1800"/>
            </a:lvl2pPr>
            <a:lvl3pPr indent="-375919" lvl="2" marL="1371600" algn="l">
              <a:spcBef>
                <a:spcPts val="600"/>
              </a:spcBef>
              <a:spcAft>
                <a:spcPts val="0"/>
              </a:spcAft>
              <a:buSzPts val="2320"/>
              <a:buChar char="•"/>
              <a:defRPr sz="1600"/>
            </a:lvl3pPr>
            <a:lvl4pPr indent="-357505" lvl="3" marL="1828800" algn="l">
              <a:spcBef>
                <a:spcPts val="600"/>
              </a:spcBef>
              <a:spcAft>
                <a:spcPts val="0"/>
              </a:spcAft>
              <a:buSzPts val="2030"/>
              <a:buChar char="•"/>
              <a:defRPr sz="1400"/>
            </a:lvl4pPr>
            <a:lvl5pPr indent="-357504" lvl="4" marL="2286000" algn="l">
              <a:spcBef>
                <a:spcPts val="600"/>
              </a:spcBef>
              <a:spcAft>
                <a:spcPts val="0"/>
              </a:spcAft>
              <a:buSzPts val="2030"/>
              <a:buChar char="•"/>
              <a:defRPr sz="1400"/>
            </a:lvl5pPr>
            <a:lvl6pPr indent="-357504" lvl="5" marL="2743200" algn="l">
              <a:spcBef>
                <a:spcPts val="600"/>
              </a:spcBef>
              <a:spcAft>
                <a:spcPts val="0"/>
              </a:spcAft>
              <a:buSzPts val="2030"/>
              <a:buChar char="•"/>
              <a:defRPr sz="1400"/>
            </a:lvl6pPr>
            <a:lvl7pPr indent="-357504" lvl="6" marL="3200400" algn="l">
              <a:spcBef>
                <a:spcPts val="600"/>
              </a:spcBef>
              <a:spcAft>
                <a:spcPts val="0"/>
              </a:spcAft>
              <a:buSzPts val="2030"/>
              <a:buChar char="•"/>
              <a:defRPr sz="1400"/>
            </a:lvl7pPr>
            <a:lvl8pPr indent="-357504" lvl="7" marL="3657600" algn="l">
              <a:spcBef>
                <a:spcPts val="600"/>
              </a:spcBef>
              <a:spcAft>
                <a:spcPts val="0"/>
              </a:spcAft>
              <a:buSzPts val="2030"/>
              <a:buChar char="•"/>
              <a:defRPr sz="1400"/>
            </a:lvl8pPr>
            <a:lvl9pPr indent="-357504" lvl="8" marL="4114800" algn="l">
              <a:spcBef>
                <a:spcPts val="600"/>
              </a:spcBef>
              <a:spcAft>
                <a:spcPts val="600"/>
              </a:spcAft>
              <a:buSzPts val="2030"/>
              <a:buChar char="•"/>
              <a:defRPr sz="1400"/>
            </a:lvl9pPr>
          </a:lstStyle>
          <a:p/>
        </p:txBody>
      </p:sp>
      <p:sp>
        <p:nvSpPr>
          <p:cNvPr id="81" name="Google Shape;81;p28"/>
          <p:cNvSpPr txBox="1"/>
          <p:nvPr>
            <p:ph idx="2" type="body"/>
          </p:nvPr>
        </p:nvSpPr>
        <p:spPr>
          <a:xfrm>
            <a:off x="1484312" y="2971800"/>
            <a:ext cx="3549121" cy="1828800"/>
          </a:xfrm>
          <a:prstGeom prst="rect">
            <a:avLst/>
          </a:prstGeom>
          <a:noFill/>
          <a:ln>
            <a:noFill/>
          </a:ln>
        </p:spPr>
        <p:txBody>
          <a:bodyPr anchorCtr="0" anchor="ctr" bIns="45700" lIns="91425" spcFirstLastPara="1" rIns="91425" wrap="square" tIns="45700">
            <a:normAutofit/>
          </a:bodyPr>
          <a:lstStyle>
            <a:lvl1pPr indent="-228600" lvl="0" marL="457200" algn="ctr">
              <a:spcBef>
                <a:spcPts val="320"/>
              </a:spcBef>
              <a:spcAft>
                <a:spcPts val="0"/>
              </a:spcAft>
              <a:buSzPts val="2320"/>
              <a:buNone/>
              <a:defRPr sz="16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82" name="Google Shape;82;p28"/>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8"/>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8"/>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29"/>
          <p:cNvSpPr txBox="1"/>
          <p:nvPr>
            <p:ph type="title"/>
          </p:nvPr>
        </p:nvSpPr>
        <p:spPr>
          <a:xfrm>
            <a:off x="1482724" y="1752599"/>
            <a:ext cx="5426158"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800"/>
              <a:buFont typeface="Corbel"/>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9"/>
          <p:cNvSpPr/>
          <p:nvPr>
            <p:ph idx="2" type="pic"/>
          </p:nvPr>
        </p:nvSpPr>
        <p:spPr>
          <a:xfrm>
            <a:off x="7594682" y="914400"/>
            <a:ext cx="3280974"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88" name="Google Shape;88;p29"/>
          <p:cNvSpPr txBox="1"/>
          <p:nvPr>
            <p:ph idx="1" type="body"/>
          </p:nvPr>
        </p:nvSpPr>
        <p:spPr>
          <a:xfrm>
            <a:off x="1482724" y="3124199"/>
            <a:ext cx="5426158" cy="1828800"/>
          </a:xfrm>
          <a:prstGeom prst="rect">
            <a:avLst/>
          </a:prstGeom>
          <a:noFill/>
          <a:ln>
            <a:noFill/>
          </a:ln>
        </p:spPr>
        <p:txBody>
          <a:bodyPr anchorCtr="0" anchor="ctr" bIns="45700" lIns="91425" spcFirstLastPara="1" rIns="91425" wrap="square" tIns="45700">
            <a:normAutofit/>
          </a:bodyPr>
          <a:lstStyle>
            <a:lvl1pPr indent="-228600" lvl="0" marL="457200" algn="ctr">
              <a:spcBef>
                <a:spcPts val="360"/>
              </a:spcBef>
              <a:spcAft>
                <a:spcPts val="0"/>
              </a:spcAft>
              <a:buSzPts val="2610"/>
              <a:buNone/>
              <a:defRPr sz="18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89" name="Google Shape;89;p29"/>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9"/>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9"/>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2" name="Shape 92"/>
        <p:cNvGrpSpPr/>
        <p:nvPr/>
      </p:nvGrpSpPr>
      <p:grpSpPr>
        <a:xfrm>
          <a:off x="0" y="0"/>
          <a:ext cx="0" cy="0"/>
          <a:chOff x="0" y="0"/>
          <a:chExt cx="0" cy="0"/>
        </a:xfrm>
      </p:grpSpPr>
      <p:sp>
        <p:nvSpPr>
          <p:cNvPr id="93" name="Google Shape;93;p30"/>
          <p:cNvSpPr txBox="1"/>
          <p:nvPr>
            <p:ph type="title"/>
          </p:nvPr>
        </p:nvSpPr>
        <p:spPr>
          <a:xfrm>
            <a:off x="1484311" y="4732865"/>
            <a:ext cx="10018711"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rbe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0"/>
          <p:cNvSpPr/>
          <p:nvPr>
            <p:ph idx="2" type="pic"/>
          </p:nvPr>
        </p:nvSpPr>
        <p:spPr>
          <a:xfrm>
            <a:off x="2386012" y="932112"/>
            <a:ext cx="8225944"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95" name="Google Shape;95;p30"/>
          <p:cNvSpPr txBox="1"/>
          <p:nvPr>
            <p:ph idx="1" type="body"/>
          </p:nvPr>
        </p:nvSpPr>
        <p:spPr>
          <a:xfrm>
            <a:off x="1484311" y="5299603"/>
            <a:ext cx="10018711" cy="493712"/>
          </a:xfrm>
          <a:prstGeom prst="rect">
            <a:avLst/>
          </a:prstGeom>
          <a:noFill/>
          <a:ln>
            <a:noFill/>
          </a:ln>
        </p:spPr>
        <p:txBody>
          <a:bodyPr anchorCtr="0" anchor="ctr" bIns="45700" lIns="91425" spcFirstLastPara="1" rIns="91425" wrap="square" tIns="45700">
            <a:normAutofit/>
          </a:bodyPr>
          <a:lstStyle>
            <a:lvl1pPr indent="-228600" lvl="0" marL="457200" algn="ctr">
              <a:spcBef>
                <a:spcPts val="280"/>
              </a:spcBef>
              <a:spcAft>
                <a:spcPts val="0"/>
              </a:spcAft>
              <a:buSzPts val="2030"/>
              <a:buNone/>
              <a:defRPr sz="14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96" name="Google Shape;96;p30"/>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0"/>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0"/>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9" name="Shape 99"/>
        <p:cNvGrpSpPr/>
        <p:nvPr/>
      </p:nvGrpSpPr>
      <p:grpSpPr>
        <a:xfrm>
          <a:off x="0" y="0"/>
          <a:ext cx="0" cy="0"/>
          <a:chOff x="0" y="0"/>
          <a:chExt cx="0" cy="0"/>
        </a:xfrm>
      </p:grpSpPr>
      <p:sp>
        <p:nvSpPr>
          <p:cNvPr id="100" name="Google Shape;100;p31"/>
          <p:cNvSpPr txBox="1"/>
          <p:nvPr/>
        </p:nvSpPr>
        <p:spPr>
          <a:xfrm>
            <a:off x="1598612" y="863023"/>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01" name="Google Shape;101;p31"/>
          <p:cNvSpPr txBox="1"/>
          <p:nvPr/>
        </p:nvSpPr>
        <p:spPr>
          <a:xfrm>
            <a:off x="10893425" y="2819399"/>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02" name="Google Shape;102;p31"/>
          <p:cNvSpPr txBox="1"/>
          <p:nvPr>
            <p:ph type="title"/>
          </p:nvPr>
        </p:nvSpPr>
        <p:spPr>
          <a:xfrm>
            <a:off x="2208212" y="685800"/>
            <a:ext cx="8990012" cy="27431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31"/>
          <p:cNvSpPr txBox="1"/>
          <p:nvPr>
            <p:ph idx="1" type="body"/>
          </p:nvPr>
        </p:nvSpPr>
        <p:spPr>
          <a:xfrm>
            <a:off x="2436811" y="3428999"/>
            <a:ext cx="8532815" cy="381000"/>
          </a:xfrm>
          <a:prstGeom prst="rect">
            <a:avLst/>
          </a:prstGeom>
          <a:noFill/>
          <a:ln>
            <a:noFill/>
          </a:ln>
        </p:spPr>
        <p:txBody>
          <a:bodyPr anchorCtr="0" anchor="ctr" bIns="45700" lIns="91425" spcFirstLastPara="1" rIns="91425" wrap="square" tIns="45700">
            <a:normAutofit/>
          </a:bodyPr>
          <a:lstStyle>
            <a:lvl1pPr indent="-228600" lvl="0" marL="457200" algn="l">
              <a:spcBef>
                <a:spcPts val="360"/>
              </a:spcBef>
              <a:spcAft>
                <a:spcPts val="0"/>
              </a:spcAft>
              <a:buSzPts val="2610"/>
              <a:buFont typeface="Corbel"/>
              <a:buNone/>
              <a:defRPr sz="1800"/>
            </a:lvl1pPr>
            <a:lvl2pPr indent="-228600" lvl="1" marL="914400" algn="l">
              <a:spcBef>
                <a:spcPts val="600"/>
              </a:spcBef>
              <a:spcAft>
                <a:spcPts val="0"/>
              </a:spcAft>
              <a:buSzPts val="2900"/>
              <a:buFont typeface="Corbel"/>
              <a:buNone/>
              <a:defRPr/>
            </a:lvl2pPr>
            <a:lvl3pPr indent="-228600" lvl="2" marL="1371600" algn="l">
              <a:spcBef>
                <a:spcPts val="600"/>
              </a:spcBef>
              <a:spcAft>
                <a:spcPts val="0"/>
              </a:spcAft>
              <a:buSzPts val="2610"/>
              <a:buFont typeface="Corbel"/>
              <a:buNone/>
              <a:defRPr/>
            </a:lvl3pPr>
            <a:lvl4pPr indent="-228600" lvl="3" marL="1828800" algn="l">
              <a:spcBef>
                <a:spcPts val="600"/>
              </a:spcBef>
              <a:spcAft>
                <a:spcPts val="0"/>
              </a:spcAft>
              <a:buSzPts val="2320"/>
              <a:buFont typeface="Corbel"/>
              <a:buNone/>
              <a:defRPr/>
            </a:lvl4pPr>
            <a:lvl5pPr indent="-228600" lvl="4" marL="2286000" algn="l">
              <a:spcBef>
                <a:spcPts val="600"/>
              </a:spcBef>
              <a:spcAft>
                <a:spcPts val="0"/>
              </a:spcAft>
              <a:buSzPts val="2030"/>
              <a:buFont typeface="Corbel"/>
              <a:buNone/>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04" name="Google Shape;104;p31"/>
          <p:cNvSpPr txBox="1"/>
          <p:nvPr>
            <p:ph idx="2" type="body"/>
          </p:nvPr>
        </p:nvSpPr>
        <p:spPr>
          <a:xfrm>
            <a:off x="1484311" y="4343400"/>
            <a:ext cx="10018711" cy="14478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05" name="Google Shape;105;p31"/>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31"/>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31"/>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8" name="Shape 108"/>
        <p:cNvGrpSpPr/>
        <p:nvPr/>
      </p:nvGrpSpPr>
      <p:grpSpPr>
        <a:xfrm>
          <a:off x="0" y="0"/>
          <a:ext cx="0" cy="0"/>
          <a:chOff x="0" y="0"/>
          <a:chExt cx="0" cy="0"/>
        </a:xfrm>
      </p:grpSpPr>
      <p:sp>
        <p:nvSpPr>
          <p:cNvPr id="109" name="Google Shape;109;p32"/>
          <p:cNvSpPr txBox="1"/>
          <p:nvPr>
            <p:ph type="title"/>
          </p:nvPr>
        </p:nvSpPr>
        <p:spPr>
          <a:xfrm>
            <a:off x="1484313" y="3308581"/>
            <a:ext cx="10018709" cy="14688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3200"/>
              <a:buFont typeface="Corbel"/>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32"/>
          <p:cNvSpPr txBox="1"/>
          <p:nvPr>
            <p:ph idx="1" type="body"/>
          </p:nvPr>
        </p:nvSpPr>
        <p:spPr>
          <a:xfrm>
            <a:off x="1484312" y="4777381"/>
            <a:ext cx="10018710" cy="860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11" name="Google Shape;111;p32"/>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32"/>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2"/>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4" name="Shape 114"/>
        <p:cNvGrpSpPr/>
        <p:nvPr/>
      </p:nvGrpSpPr>
      <p:grpSpPr>
        <a:xfrm>
          <a:off x="0" y="0"/>
          <a:ext cx="0" cy="0"/>
          <a:chOff x="0" y="0"/>
          <a:chExt cx="0" cy="0"/>
        </a:xfrm>
      </p:grpSpPr>
      <p:sp>
        <p:nvSpPr>
          <p:cNvPr id="115" name="Google Shape;115;p33"/>
          <p:cNvSpPr txBox="1"/>
          <p:nvPr/>
        </p:nvSpPr>
        <p:spPr>
          <a:xfrm>
            <a:off x="1598612" y="863023"/>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16" name="Google Shape;116;p33"/>
          <p:cNvSpPr txBox="1"/>
          <p:nvPr/>
        </p:nvSpPr>
        <p:spPr>
          <a:xfrm>
            <a:off x="10893425" y="2819399"/>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117" name="Google Shape;117;p33"/>
          <p:cNvSpPr txBox="1"/>
          <p:nvPr>
            <p:ph type="title"/>
          </p:nvPr>
        </p:nvSpPr>
        <p:spPr>
          <a:xfrm>
            <a:off x="2208212" y="685800"/>
            <a:ext cx="8990012" cy="27431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33"/>
          <p:cNvSpPr txBox="1"/>
          <p:nvPr>
            <p:ph idx="1" type="body"/>
          </p:nvPr>
        </p:nvSpPr>
        <p:spPr>
          <a:xfrm>
            <a:off x="1484313" y="3886200"/>
            <a:ext cx="10018710" cy="889000"/>
          </a:xfrm>
          <a:prstGeom prst="rect">
            <a:avLst/>
          </a:prstGeom>
          <a:noFill/>
          <a:ln>
            <a:noFill/>
          </a:ln>
        </p:spPr>
        <p:txBody>
          <a:bodyPr anchorCtr="0" anchor="b" bIns="45700" lIns="91425" spcFirstLastPara="1" rIns="91425" wrap="square" tIns="45700">
            <a:normAutofit/>
          </a:bodyPr>
          <a:lstStyle>
            <a:lvl1pPr indent="-228600" lvl="0" marL="457200" algn="r">
              <a:spcBef>
                <a:spcPts val="480"/>
              </a:spcBef>
              <a:spcAft>
                <a:spcPts val="0"/>
              </a:spcAft>
              <a:buSzPts val="3480"/>
              <a:buNone/>
              <a:defRPr b="0" sz="2400" cap="none">
                <a:solidFill>
                  <a:schemeClr val="dk1"/>
                </a:solidFill>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19" name="Google Shape;119;p33"/>
          <p:cNvSpPr txBox="1"/>
          <p:nvPr>
            <p:ph idx="2" type="body"/>
          </p:nvPr>
        </p:nvSpPr>
        <p:spPr>
          <a:xfrm>
            <a:off x="1484312" y="4775200"/>
            <a:ext cx="10018710" cy="1016000"/>
          </a:xfrm>
          <a:prstGeom prst="rect">
            <a:avLst/>
          </a:prstGeom>
          <a:noFill/>
          <a:ln>
            <a:noFill/>
          </a:ln>
        </p:spPr>
        <p:txBody>
          <a:bodyPr anchorCtr="0" anchor="t" bIns="45700" lIns="91425" spcFirstLastPara="1" rIns="91425" wrap="square" tIns="45700">
            <a:normAutofit/>
          </a:bodyPr>
          <a:lstStyle>
            <a:lvl1pPr indent="-228600" lvl="0" marL="457200" algn="r">
              <a:spcBef>
                <a:spcPts val="360"/>
              </a:spcBef>
              <a:spcAft>
                <a:spcPts val="0"/>
              </a:spcAft>
              <a:buSzPts val="2610"/>
              <a:buNone/>
              <a:defRPr sz="18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20" name="Google Shape;120;p33"/>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3"/>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33"/>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3" name="Shape 123"/>
        <p:cNvGrpSpPr/>
        <p:nvPr/>
      </p:nvGrpSpPr>
      <p:grpSpPr>
        <a:xfrm>
          <a:off x="0" y="0"/>
          <a:ext cx="0" cy="0"/>
          <a:chOff x="0" y="0"/>
          <a:chExt cx="0" cy="0"/>
        </a:xfrm>
      </p:grpSpPr>
      <p:sp>
        <p:nvSpPr>
          <p:cNvPr id="124" name="Google Shape;124;p34"/>
          <p:cNvSpPr txBox="1"/>
          <p:nvPr>
            <p:ph type="title"/>
          </p:nvPr>
        </p:nvSpPr>
        <p:spPr>
          <a:xfrm>
            <a:off x="1484313" y="685800"/>
            <a:ext cx="10018712" cy="27273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34"/>
          <p:cNvSpPr txBox="1"/>
          <p:nvPr>
            <p:ph idx="1" type="body"/>
          </p:nvPr>
        </p:nvSpPr>
        <p:spPr>
          <a:xfrm>
            <a:off x="1484312" y="3505200"/>
            <a:ext cx="10018713" cy="838200"/>
          </a:xfrm>
          <a:prstGeom prst="rect">
            <a:avLst/>
          </a:prstGeom>
          <a:noFill/>
          <a:ln>
            <a:noFill/>
          </a:ln>
        </p:spPr>
        <p:txBody>
          <a:bodyPr anchorCtr="0" anchor="b" bIns="45700" lIns="91425" spcFirstLastPara="1" rIns="91425" wrap="square" tIns="45700">
            <a:normAutofit/>
          </a:bodyPr>
          <a:lstStyle>
            <a:lvl1pPr indent="-228600" lvl="0" marL="457200" algn="l">
              <a:spcBef>
                <a:spcPts val="560"/>
              </a:spcBef>
              <a:spcAft>
                <a:spcPts val="0"/>
              </a:spcAft>
              <a:buSzPts val="4060"/>
              <a:buNone/>
              <a:defRPr b="0" sz="2800" cap="none">
                <a:solidFill>
                  <a:schemeClr val="dk1"/>
                </a:solidFill>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26" name="Google Shape;126;p34"/>
          <p:cNvSpPr txBox="1"/>
          <p:nvPr>
            <p:ph idx="2" type="body"/>
          </p:nvPr>
        </p:nvSpPr>
        <p:spPr>
          <a:xfrm>
            <a:off x="1484311" y="4343400"/>
            <a:ext cx="10018713" cy="14478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610"/>
              <a:buNone/>
              <a:defRPr sz="18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27" name="Google Shape;127;p34"/>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4"/>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4"/>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0" name="Shape 130"/>
        <p:cNvGrpSpPr/>
        <p:nvPr/>
      </p:nvGrpSpPr>
      <p:grpSpPr>
        <a:xfrm>
          <a:off x="0" y="0"/>
          <a:ext cx="0" cy="0"/>
          <a:chOff x="0" y="0"/>
          <a:chExt cx="0" cy="0"/>
        </a:xfrm>
      </p:grpSpPr>
      <p:sp>
        <p:nvSpPr>
          <p:cNvPr id="131" name="Google Shape;131;p35"/>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35"/>
          <p:cNvSpPr txBox="1"/>
          <p:nvPr>
            <p:ph idx="1" type="body"/>
          </p:nvPr>
        </p:nvSpPr>
        <p:spPr>
          <a:xfrm rot="5400000">
            <a:off x="4931566" y="-780257"/>
            <a:ext cx="3124201" cy="10018713"/>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33" name="Google Shape;133;p35"/>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5"/>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5"/>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6" name="Shape 136"/>
        <p:cNvGrpSpPr/>
        <p:nvPr/>
      </p:nvGrpSpPr>
      <p:grpSpPr>
        <a:xfrm>
          <a:off x="0" y="0"/>
          <a:ext cx="0" cy="0"/>
          <a:chOff x="0" y="0"/>
          <a:chExt cx="0" cy="0"/>
        </a:xfrm>
      </p:grpSpPr>
      <p:sp>
        <p:nvSpPr>
          <p:cNvPr id="137" name="Google Shape;137;p36"/>
          <p:cNvSpPr txBox="1"/>
          <p:nvPr>
            <p:ph type="title"/>
          </p:nvPr>
        </p:nvSpPr>
        <p:spPr>
          <a:xfrm rot="5400000">
            <a:off x="8065140" y="2353316"/>
            <a:ext cx="5105400" cy="177036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36"/>
          <p:cNvSpPr txBox="1"/>
          <p:nvPr>
            <p:ph idx="1" type="body"/>
          </p:nvPr>
        </p:nvSpPr>
        <p:spPr>
          <a:xfrm rot="5400000">
            <a:off x="2941483" y="-771371"/>
            <a:ext cx="5105400" cy="8019742"/>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39" name="Google Shape;139;p36"/>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6"/>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6"/>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19"/>
          <p:cNvGrpSpPr/>
          <p:nvPr/>
        </p:nvGrpSpPr>
        <p:grpSpPr>
          <a:xfrm>
            <a:off x="150812" y="0"/>
            <a:ext cx="2436813" cy="6858001"/>
            <a:chOff x="1320800" y="0"/>
            <a:chExt cx="2436813" cy="6858001"/>
          </a:xfrm>
        </p:grpSpPr>
        <p:sp>
          <p:nvSpPr>
            <p:cNvPr id="11" name="Google Shape;11;p19"/>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12" name="Google Shape;12;p19"/>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sp>
        <p:sp>
          <p:nvSpPr>
            <p:cNvPr id="13" name="Google Shape;13;p19"/>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sp>
        <p:sp>
          <p:nvSpPr>
            <p:cNvPr id="14" name="Google Shape;14;p19"/>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455A19"/>
            </a:solidFill>
            <a:ln>
              <a:noFill/>
            </a:ln>
          </p:spPr>
        </p:sp>
        <p:sp>
          <p:nvSpPr>
            <p:cNvPr id="15" name="Google Shape;15;p19"/>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688726"/>
            </a:solidFill>
            <a:ln>
              <a:noFill/>
            </a:ln>
          </p:spPr>
        </p:sp>
        <p:sp>
          <p:nvSpPr>
            <p:cNvPr id="16" name="Google Shape;16;p19"/>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7" name="Google Shape;17;p19"/>
          <p:cNvSpPr txBox="1"/>
          <p:nvPr>
            <p:ph type="title"/>
          </p:nvPr>
        </p:nvSpPr>
        <p:spPr>
          <a:xfrm>
            <a:off x="1484311" y="685800"/>
            <a:ext cx="10018713" cy="17525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19"/>
          <p:cNvSpPr txBox="1"/>
          <p:nvPr>
            <p:ph idx="1" type="body"/>
          </p:nvPr>
        </p:nvSpPr>
        <p:spPr>
          <a:xfrm>
            <a:off x="1484310" y="2666999"/>
            <a:ext cx="10018713" cy="3124201"/>
          </a:xfrm>
          <a:prstGeom prst="rect">
            <a:avLst/>
          </a:prstGeom>
          <a:noFill/>
          <a:ln>
            <a:noFill/>
          </a:ln>
        </p:spPr>
        <p:txBody>
          <a:bodyPr anchorCtr="0" anchor="ctr" bIns="45700" lIns="91425" spcFirstLastPara="1" rIns="91425" wrap="square" tIns="45700">
            <a:normAutofit/>
          </a:bodyPr>
          <a:lstStyle>
            <a:lvl1pPr indent="-449580" lvl="0" marL="457200" marR="0" rtl="0" algn="l">
              <a:spcBef>
                <a:spcPts val="480"/>
              </a:spcBef>
              <a:spcAft>
                <a:spcPts val="0"/>
              </a:spcAft>
              <a:buClr>
                <a:srgbClr val="688726"/>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spcBef>
                <a:spcPts val="600"/>
              </a:spcBef>
              <a:spcAft>
                <a:spcPts val="0"/>
              </a:spcAft>
              <a:buClr>
                <a:srgbClr val="688726"/>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spcBef>
                <a:spcPts val="600"/>
              </a:spcBef>
              <a:spcAft>
                <a:spcPts val="0"/>
              </a:spcAft>
              <a:buClr>
                <a:srgbClr val="688726"/>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spcBef>
                <a:spcPts val="600"/>
              </a:spcBef>
              <a:spcAft>
                <a:spcPts val="0"/>
              </a:spcAft>
              <a:buClr>
                <a:srgbClr val="688726"/>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spcBef>
                <a:spcPts val="600"/>
              </a:spcBef>
              <a:spcAft>
                <a:spcPts val="0"/>
              </a:spcAft>
              <a:buClr>
                <a:srgbClr val="688726"/>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spcBef>
                <a:spcPts val="600"/>
              </a:spcBef>
              <a:spcAft>
                <a:spcPts val="0"/>
              </a:spcAft>
              <a:buClr>
                <a:srgbClr val="688726"/>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spcBef>
                <a:spcPts val="600"/>
              </a:spcBef>
              <a:spcAft>
                <a:spcPts val="0"/>
              </a:spcAft>
              <a:buClr>
                <a:srgbClr val="688726"/>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spcBef>
                <a:spcPts val="600"/>
              </a:spcBef>
              <a:spcAft>
                <a:spcPts val="0"/>
              </a:spcAft>
              <a:buClr>
                <a:srgbClr val="688726"/>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spcBef>
                <a:spcPts val="600"/>
              </a:spcBef>
              <a:spcAft>
                <a:spcPts val="600"/>
              </a:spcAft>
              <a:buClr>
                <a:srgbClr val="688726"/>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19"/>
          <p:cNvSpPr txBox="1"/>
          <p:nvPr>
            <p:ph idx="10" type="dt"/>
          </p:nvPr>
        </p:nvSpPr>
        <p:spPr>
          <a:xfrm>
            <a:off x="9732656" y="5883275"/>
            <a:ext cx="11430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0" name="Google Shape;20;p19"/>
          <p:cNvSpPr txBox="1"/>
          <p:nvPr>
            <p:ph idx="11" type="ftr"/>
          </p:nvPr>
        </p:nvSpPr>
        <p:spPr>
          <a:xfrm>
            <a:off x="2572279" y="5883275"/>
            <a:ext cx="708417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1" name="Google Shape;21;p19"/>
          <p:cNvSpPr txBox="1"/>
          <p:nvPr>
            <p:ph idx="12" type="sldNum"/>
          </p:nvPr>
        </p:nvSpPr>
        <p:spPr>
          <a:xfrm>
            <a:off x="10951856" y="5883275"/>
            <a:ext cx="5511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Corbel"/>
                <a:ea typeface="Corbel"/>
                <a:cs typeface="Corbel"/>
                <a:sym typeface="Corbel"/>
              </a:defRPr>
            </a:lvl1pPr>
            <a:lvl2pPr indent="0" lvl="1" marL="0" marR="0" rtl="0" algn="r">
              <a:spcBef>
                <a:spcPts val="0"/>
              </a:spcBef>
              <a:buNone/>
              <a:defRPr b="0" i="0" sz="1000" u="none" cap="none" strike="noStrike">
                <a:solidFill>
                  <a:schemeClr val="dk1"/>
                </a:solidFill>
                <a:latin typeface="Corbel"/>
                <a:ea typeface="Corbel"/>
                <a:cs typeface="Corbel"/>
                <a:sym typeface="Corbel"/>
              </a:defRPr>
            </a:lvl2pPr>
            <a:lvl3pPr indent="0" lvl="2" marL="0" marR="0" rtl="0" algn="r">
              <a:spcBef>
                <a:spcPts val="0"/>
              </a:spcBef>
              <a:buNone/>
              <a:defRPr b="0" i="0" sz="1000" u="none" cap="none" strike="noStrike">
                <a:solidFill>
                  <a:schemeClr val="dk1"/>
                </a:solidFill>
                <a:latin typeface="Corbel"/>
                <a:ea typeface="Corbel"/>
                <a:cs typeface="Corbel"/>
                <a:sym typeface="Corbel"/>
              </a:defRPr>
            </a:lvl3pPr>
            <a:lvl4pPr indent="0" lvl="3" marL="0" marR="0" rtl="0" algn="r">
              <a:spcBef>
                <a:spcPts val="0"/>
              </a:spcBef>
              <a:buNone/>
              <a:defRPr b="0" i="0" sz="1000" u="none" cap="none" strike="noStrike">
                <a:solidFill>
                  <a:schemeClr val="dk1"/>
                </a:solidFill>
                <a:latin typeface="Corbel"/>
                <a:ea typeface="Corbel"/>
                <a:cs typeface="Corbel"/>
                <a:sym typeface="Corbel"/>
              </a:defRPr>
            </a:lvl4pPr>
            <a:lvl5pPr indent="0" lvl="4" marL="0" marR="0" rtl="0" algn="r">
              <a:spcBef>
                <a:spcPts val="0"/>
              </a:spcBef>
              <a:buNone/>
              <a:defRPr b="0" i="0" sz="1000" u="none" cap="none" strike="noStrike">
                <a:solidFill>
                  <a:schemeClr val="dk1"/>
                </a:solidFill>
                <a:latin typeface="Corbel"/>
                <a:ea typeface="Corbel"/>
                <a:cs typeface="Corbel"/>
                <a:sym typeface="Corbel"/>
              </a:defRPr>
            </a:lvl5pPr>
            <a:lvl6pPr indent="0" lvl="5" marL="0" marR="0" rtl="0" algn="r">
              <a:spcBef>
                <a:spcPts val="0"/>
              </a:spcBef>
              <a:buNone/>
              <a:defRPr b="0" i="0" sz="1000" u="none" cap="none" strike="noStrike">
                <a:solidFill>
                  <a:schemeClr val="dk1"/>
                </a:solidFill>
                <a:latin typeface="Corbel"/>
                <a:ea typeface="Corbel"/>
                <a:cs typeface="Corbel"/>
                <a:sym typeface="Corbel"/>
              </a:defRPr>
            </a:lvl6pPr>
            <a:lvl7pPr indent="0" lvl="6" marL="0" marR="0" rtl="0" algn="r">
              <a:spcBef>
                <a:spcPts val="0"/>
              </a:spcBef>
              <a:buNone/>
              <a:defRPr b="0" i="0" sz="1000" u="none" cap="none" strike="noStrike">
                <a:solidFill>
                  <a:schemeClr val="dk1"/>
                </a:solidFill>
                <a:latin typeface="Corbel"/>
                <a:ea typeface="Corbel"/>
                <a:cs typeface="Corbel"/>
                <a:sym typeface="Corbel"/>
              </a:defRPr>
            </a:lvl7pPr>
            <a:lvl8pPr indent="0" lvl="7" marL="0" marR="0" rtl="0" algn="r">
              <a:spcBef>
                <a:spcPts val="0"/>
              </a:spcBef>
              <a:buNone/>
              <a:defRPr b="0" i="0" sz="1000" u="none" cap="none" strike="noStrike">
                <a:solidFill>
                  <a:schemeClr val="dk1"/>
                </a:solidFill>
                <a:latin typeface="Corbel"/>
                <a:ea typeface="Corbel"/>
                <a:cs typeface="Corbel"/>
                <a:sym typeface="Corbel"/>
              </a:defRPr>
            </a:lvl8pPr>
            <a:lvl9pPr indent="0" lvl="8" marL="0" marR="0" rtl="0" algn="r">
              <a:spcBef>
                <a:spcPts val="0"/>
              </a:spcBef>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txBox="1"/>
          <p:nvPr>
            <p:ph type="ctrTitle"/>
          </p:nvPr>
        </p:nvSpPr>
        <p:spPr>
          <a:xfrm>
            <a:off x="2928400" y="1656907"/>
            <a:ext cx="8574622" cy="2218808"/>
          </a:xfrm>
          <a:prstGeom prst="rect">
            <a:avLst/>
          </a:prstGeom>
          <a:noFill/>
          <a:ln>
            <a:noFill/>
          </a:ln>
        </p:spPr>
        <p:txBody>
          <a:bodyPr anchorCtr="0" anchor="b" bIns="45700" lIns="91425" spcFirstLastPara="1" rIns="91425" wrap="square" tIns="45700">
            <a:normAutofit/>
          </a:bodyPr>
          <a:lstStyle/>
          <a:p>
            <a:pPr indent="0" lvl="0" marL="0" rtl="0" algn="r">
              <a:spcBef>
                <a:spcPts val="0"/>
              </a:spcBef>
              <a:spcAft>
                <a:spcPts val="0"/>
              </a:spcAft>
              <a:buClr>
                <a:schemeClr val="dk1"/>
              </a:buClr>
              <a:buSzPts val="5400"/>
              <a:buFont typeface="Georgia"/>
              <a:buNone/>
            </a:pPr>
            <a:r>
              <a:rPr lang="en-US" sz="5400">
                <a:latin typeface="Georgia"/>
                <a:ea typeface="Georgia"/>
                <a:cs typeface="Georgia"/>
                <a:sym typeface="Georgia"/>
              </a:rPr>
              <a:t>SPOTIFY MUSIC DATA ANALYSIS</a:t>
            </a:r>
            <a:endParaRPr sz="5400">
              <a:latin typeface="Georgia"/>
              <a:ea typeface="Georgia"/>
              <a:cs typeface="Georgia"/>
              <a:sym typeface="Georgia"/>
            </a:endParaRPr>
          </a:p>
        </p:txBody>
      </p:sp>
      <p:sp>
        <p:nvSpPr>
          <p:cNvPr id="147" name="Google Shape;147;p1"/>
          <p:cNvSpPr txBox="1"/>
          <p:nvPr>
            <p:ph idx="1" type="subTitle"/>
          </p:nvPr>
        </p:nvSpPr>
        <p:spPr>
          <a:xfrm>
            <a:off x="4515377" y="4471333"/>
            <a:ext cx="6987645" cy="2139192"/>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SzPct val="145000"/>
              <a:buNone/>
            </a:pPr>
            <a:r>
              <a:rPr lang="en-US" sz="2300">
                <a:latin typeface="Times New Roman"/>
                <a:ea typeface="Times New Roman"/>
                <a:cs typeface="Times New Roman"/>
                <a:sym typeface="Times New Roman"/>
              </a:rPr>
              <a:t>                                                 submitted by~ </a:t>
            </a:r>
            <a:endParaRPr/>
          </a:p>
          <a:p>
            <a:pPr indent="0" lvl="0" marL="0" rtl="0" algn="r">
              <a:spcBef>
                <a:spcPts val="925"/>
              </a:spcBef>
              <a:spcAft>
                <a:spcPts val="0"/>
              </a:spcAft>
              <a:buSzPct val="145000"/>
              <a:buNone/>
            </a:pPr>
            <a:r>
              <a:rPr b="1" lang="en-US"/>
              <a:t>K. Sreevalli Sai Keerthi</a:t>
            </a:r>
            <a:endParaRPr/>
          </a:p>
          <a:p>
            <a:pPr indent="0" lvl="0" marL="0" rtl="0" algn="r">
              <a:spcBef>
                <a:spcPts val="925"/>
              </a:spcBef>
              <a:spcAft>
                <a:spcPts val="0"/>
              </a:spcAft>
              <a:buSzPct val="145000"/>
              <a:buNone/>
            </a:pPr>
            <a:r>
              <a:rPr b="1" lang="en-US"/>
              <a:t>D. Vaisalya</a:t>
            </a:r>
            <a:endParaRPr/>
          </a:p>
          <a:p>
            <a:pPr indent="0" lvl="0" marL="0" rtl="0" algn="r">
              <a:spcBef>
                <a:spcPts val="925"/>
              </a:spcBef>
              <a:spcAft>
                <a:spcPts val="0"/>
              </a:spcAft>
              <a:buSzPct val="145000"/>
              <a:buNone/>
            </a:pPr>
            <a:r>
              <a:rPr b="1" lang="en-US"/>
              <a:t>D. Siva Rama Krishna</a:t>
            </a:r>
            <a:endParaRPr/>
          </a:p>
          <a:p>
            <a:pPr indent="0" lvl="0" marL="0" rtl="0" algn="r">
              <a:spcBef>
                <a:spcPts val="925"/>
              </a:spcBef>
              <a:spcAft>
                <a:spcPts val="0"/>
              </a:spcAft>
              <a:buSzPct val="145000"/>
              <a:buNone/>
            </a:pPr>
            <a:r>
              <a:rPr b="1" lang="en-US"/>
              <a:t>G. Ajay Kumar</a:t>
            </a:r>
            <a:endParaRPr/>
          </a:p>
          <a:p>
            <a:pPr indent="0" lvl="0" marL="0" rtl="0" algn="r">
              <a:spcBef>
                <a:spcPts val="925"/>
              </a:spcBef>
              <a:spcAft>
                <a:spcPts val="0"/>
              </a:spcAft>
              <a:buSzPct val="145000"/>
              <a:buNone/>
            </a:pPr>
            <a:r>
              <a:rPr b="1" lang="en-US"/>
              <a:t>S.V N S K CH Vivek</a:t>
            </a:r>
            <a:endParaRPr/>
          </a:p>
          <a:p>
            <a:pPr indent="0" lvl="0" marL="0" rtl="0" algn="r">
              <a:spcBef>
                <a:spcPts val="925"/>
              </a:spcBef>
              <a:spcAft>
                <a:spcPts val="0"/>
              </a:spcAft>
              <a:buSzPct val="145000"/>
              <a:buNone/>
            </a:pPr>
            <a:r>
              <a:t/>
            </a:r>
            <a:endParaRPr/>
          </a:p>
        </p:txBody>
      </p:sp>
      <p:pic>
        <p:nvPicPr>
          <p:cNvPr id="148" name="Google Shape;148;p1"/>
          <p:cNvPicPr preferRelativeResize="0"/>
          <p:nvPr/>
        </p:nvPicPr>
        <p:blipFill rotWithShape="1">
          <a:blip r:embed="rId3">
            <a:alphaModFix/>
          </a:blip>
          <a:srcRect b="0" l="0" r="0" t="0"/>
          <a:stretch/>
        </p:blipFill>
        <p:spPr>
          <a:xfrm>
            <a:off x="5277855" y="440085"/>
            <a:ext cx="1937856" cy="1304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
          <p:cNvSpPr txBox="1"/>
          <p:nvPr>
            <p:ph type="title"/>
          </p:nvPr>
        </p:nvSpPr>
        <p:spPr>
          <a:xfrm>
            <a:off x="2801923" y="1140903"/>
            <a:ext cx="8348764" cy="1926671"/>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200"/>
              <a:buFont typeface="Times New Roman"/>
              <a:buNone/>
            </a:pPr>
            <a:r>
              <a:rPr b="1" lang="en-US" sz="3200">
                <a:latin typeface="Times New Roman"/>
                <a:ea typeface="Times New Roman"/>
                <a:cs typeface="Times New Roman"/>
                <a:sym typeface="Times New Roman"/>
              </a:rPr>
              <a:t>CONTENTS</a:t>
            </a:r>
            <a:br>
              <a:rPr lang="en-US"/>
            </a:br>
            <a:br>
              <a:rPr lang="en-US"/>
            </a:br>
            <a:endParaRPr/>
          </a:p>
        </p:txBody>
      </p:sp>
      <p:sp>
        <p:nvSpPr>
          <p:cNvPr id="154" name="Google Shape;154;p2"/>
          <p:cNvSpPr txBox="1"/>
          <p:nvPr>
            <p:ph idx="1" type="body"/>
          </p:nvPr>
        </p:nvSpPr>
        <p:spPr>
          <a:xfrm>
            <a:off x="4773336" y="1812022"/>
            <a:ext cx="6729687" cy="4471331"/>
          </a:xfrm>
          <a:prstGeom prst="rect">
            <a:avLst/>
          </a:prstGeom>
          <a:noFill/>
          <a:ln>
            <a:noFill/>
          </a:ln>
        </p:spPr>
        <p:txBody>
          <a:bodyPr anchorCtr="0" anchor="ctr" bIns="45700" lIns="91425" spcFirstLastPara="1" rIns="91425" wrap="square" tIns="45700">
            <a:normAutofit/>
          </a:bodyPr>
          <a:lstStyle/>
          <a:p>
            <a:pPr indent="-285750" lvl="0" marL="285750" rtl="0" algn="l">
              <a:spcBef>
                <a:spcPts val="0"/>
              </a:spcBef>
              <a:spcAft>
                <a:spcPts val="0"/>
              </a:spcAft>
              <a:buSzPts val="2136"/>
              <a:buFont typeface="Noto Sans Symbols"/>
              <a:buChar char="⮚"/>
            </a:pPr>
            <a:r>
              <a:rPr lang="en-US">
                <a:latin typeface="Times New Roman"/>
                <a:ea typeface="Times New Roman"/>
                <a:cs typeface="Times New Roman"/>
                <a:sym typeface="Times New Roman"/>
              </a:rPr>
              <a:t>Abstract</a:t>
            </a:r>
            <a:endParaRPr b="1">
              <a:latin typeface="Times New Roman"/>
              <a:ea typeface="Times New Roman"/>
              <a:cs typeface="Times New Roman"/>
              <a:sym typeface="Times New Roman"/>
            </a:endParaRPr>
          </a:p>
          <a:p>
            <a:pPr indent="-285750" lvl="0" marL="285750" rtl="0" algn="l">
              <a:spcBef>
                <a:spcPts val="1080"/>
              </a:spcBef>
              <a:spcAft>
                <a:spcPts val="0"/>
              </a:spcAft>
              <a:buSzPts val="2136"/>
              <a:buFont typeface="Noto Sans Symbols"/>
              <a:buChar char="⮚"/>
            </a:pPr>
            <a:r>
              <a:rPr lang="en-US">
                <a:latin typeface="Times New Roman"/>
                <a:ea typeface="Times New Roman"/>
                <a:cs typeface="Times New Roman"/>
                <a:sym typeface="Times New Roman"/>
              </a:rPr>
              <a:t>Introduction</a:t>
            </a:r>
            <a:endParaRPr b="1">
              <a:latin typeface="Times New Roman"/>
              <a:ea typeface="Times New Roman"/>
              <a:cs typeface="Times New Roman"/>
              <a:sym typeface="Times New Roman"/>
            </a:endParaRPr>
          </a:p>
          <a:p>
            <a:pPr indent="-285750" lvl="0" marL="285750" rtl="0" algn="l">
              <a:spcBef>
                <a:spcPts val="1080"/>
              </a:spcBef>
              <a:spcAft>
                <a:spcPts val="0"/>
              </a:spcAft>
              <a:buSzPts val="2136"/>
              <a:buFont typeface="Noto Sans Symbols"/>
              <a:buChar char="⮚"/>
            </a:pPr>
            <a:r>
              <a:rPr lang="en-US">
                <a:latin typeface="Times New Roman"/>
                <a:ea typeface="Times New Roman"/>
                <a:cs typeface="Times New Roman"/>
                <a:sym typeface="Times New Roman"/>
              </a:rPr>
              <a:t>System Requirements</a:t>
            </a:r>
            <a:endParaRPr b="1">
              <a:latin typeface="Times New Roman"/>
              <a:ea typeface="Times New Roman"/>
              <a:cs typeface="Times New Roman"/>
              <a:sym typeface="Times New Roman"/>
            </a:endParaRPr>
          </a:p>
          <a:p>
            <a:pPr indent="-285750" lvl="0" marL="285750" rtl="0" algn="l">
              <a:spcBef>
                <a:spcPts val="1080"/>
              </a:spcBef>
              <a:spcAft>
                <a:spcPts val="0"/>
              </a:spcAft>
              <a:buSzPts val="2136"/>
              <a:buFont typeface="Noto Sans Symbols"/>
              <a:buChar char="⮚"/>
            </a:pPr>
            <a:r>
              <a:rPr lang="en-US">
                <a:latin typeface="Times New Roman"/>
                <a:ea typeface="Times New Roman"/>
                <a:cs typeface="Times New Roman"/>
                <a:sym typeface="Times New Roman"/>
              </a:rPr>
              <a:t>Architecture</a:t>
            </a:r>
            <a:endParaRPr b="1">
              <a:latin typeface="Times New Roman"/>
              <a:ea typeface="Times New Roman"/>
              <a:cs typeface="Times New Roman"/>
              <a:sym typeface="Times New Roman"/>
            </a:endParaRPr>
          </a:p>
          <a:p>
            <a:pPr indent="-285750" lvl="0" marL="285750" rtl="0" algn="l">
              <a:spcBef>
                <a:spcPts val="1080"/>
              </a:spcBef>
              <a:spcAft>
                <a:spcPts val="0"/>
              </a:spcAft>
              <a:buSzPts val="2136"/>
              <a:buFont typeface="Noto Sans Symbols"/>
              <a:buChar char="⮚"/>
            </a:pPr>
            <a:r>
              <a:rPr lang="en-US">
                <a:latin typeface="Times New Roman"/>
                <a:ea typeface="Times New Roman"/>
                <a:cs typeface="Times New Roman"/>
                <a:sym typeface="Times New Roman"/>
              </a:rPr>
              <a:t>Uses of data analysis library</a:t>
            </a:r>
            <a:endParaRPr b="1">
              <a:latin typeface="Times New Roman"/>
              <a:ea typeface="Times New Roman"/>
              <a:cs typeface="Times New Roman"/>
              <a:sym typeface="Times New Roman"/>
            </a:endParaRPr>
          </a:p>
          <a:p>
            <a:pPr indent="-285750" lvl="0" marL="285750" rtl="0" algn="l">
              <a:spcBef>
                <a:spcPts val="1080"/>
              </a:spcBef>
              <a:spcAft>
                <a:spcPts val="0"/>
              </a:spcAft>
              <a:buSzPts val="2136"/>
              <a:buFont typeface="Noto Sans Symbols"/>
              <a:buChar char="⮚"/>
            </a:pPr>
            <a:r>
              <a:rPr lang="en-US">
                <a:latin typeface="Times New Roman"/>
                <a:ea typeface="Times New Roman"/>
                <a:cs typeface="Times New Roman"/>
                <a:sym typeface="Times New Roman"/>
              </a:rPr>
              <a:t>Advantages</a:t>
            </a:r>
            <a:endParaRPr b="1">
              <a:latin typeface="Times New Roman"/>
              <a:ea typeface="Times New Roman"/>
              <a:cs typeface="Times New Roman"/>
              <a:sym typeface="Times New Roman"/>
            </a:endParaRPr>
          </a:p>
          <a:p>
            <a:pPr indent="-285750" lvl="0" marL="285750" rtl="0" algn="l">
              <a:spcBef>
                <a:spcPts val="1080"/>
              </a:spcBef>
              <a:spcAft>
                <a:spcPts val="0"/>
              </a:spcAft>
              <a:buSzPts val="2136"/>
              <a:buFont typeface="Noto Sans Symbols"/>
              <a:buChar char="⮚"/>
            </a:pPr>
            <a:r>
              <a:rPr lang="en-US">
                <a:latin typeface="Times New Roman"/>
                <a:ea typeface="Times New Roman"/>
                <a:cs typeface="Times New Roman"/>
                <a:sym typeface="Times New Roman"/>
              </a:rPr>
              <a:t>Conclusion</a:t>
            </a:r>
            <a:endParaRPr b="1">
              <a:latin typeface="Times New Roman"/>
              <a:ea typeface="Times New Roman"/>
              <a:cs typeface="Times New Roman"/>
              <a:sym typeface="Times New Roman"/>
            </a:endParaRPr>
          </a:p>
          <a:p>
            <a:pPr indent="-64770" lvl="0" marL="285750" rtl="0" algn="l">
              <a:spcBef>
                <a:spcPts val="1080"/>
              </a:spcBef>
              <a:spcAft>
                <a:spcPts val="0"/>
              </a:spcAft>
              <a:buSzPts val="348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
          <p:cNvSpPr txBox="1"/>
          <p:nvPr>
            <p:ph type="title"/>
          </p:nvPr>
        </p:nvSpPr>
        <p:spPr>
          <a:xfrm>
            <a:off x="1366865" y="492853"/>
            <a:ext cx="10018713" cy="17525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Times New Roman"/>
              <a:buNone/>
            </a:pPr>
            <a:r>
              <a:rPr b="1" lang="en-US" sz="3200">
                <a:latin typeface="Times New Roman"/>
                <a:ea typeface="Times New Roman"/>
                <a:cs typeface="Times New Roman"/>
                <a:sym typeface="Times New Roman"/>
              </a:rPr>
              <a:t>ABSTRACT</a:t>
            </a:r>
            <a:endParaRPr b="1" sz="3200">
              <a:latin typeface="Times New Roman"/>
              <a:ea typeface="Times New Roman"/>
              <a:cs typeface="Times New Roman"/>
              <a:sym typeface="Times New Roman"/>
            </a:endParaRPr>
          </a:p>
        </p:txBody>
      </p:sp>
      <p:sp>
        <p:nvSpPr>
          <p:cNvPr id="160" name="Google Shape;160;p3"/>
          <p:cNvSpPr txBox="1"/>
          <p:nvPr/>
        </p:nvSpPr>
        <p:spPr>
          <a:xfrm>
            <a:off x="3106023" y="2245452"/>
            <a:ext cx="7606718" cy="34778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b="0" i="0" lang="en-US" sz="2000" u="none" cap="none" strike="noStrike">
                <a:solidFill>
                  <a:schemeClr val="dk1"/>
                </a:solidFill>
                <a:latin typeface="Times New Roman"/>
                <a:ea typeface="Times New Roman"/>
                <a:cs typeface="Times New Roman"/>
                <a:sym typeface="Times New Roman"/>
              </a:rPr>
              <a:t>This project presents a detailed analysis of Spotify music data using Python and key libraries like Pandas, NumPy, Seaborn, and Matplotlib in the Jupyter Notebook environment. The dataset includes various musical attributes such as danceability, energy, tempo, popularity, and genre.</a:t>
            </a:r>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The main objective is to discover patterns and trends that influence a song's popularity and explore how these features differ across genres. This analysis highlights the importance of data in decision-making and prediction while helping develop essential technical skills and offering valuable insights into the music industry.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4"/>
          <p:cNvSpPr txBox="1"/>
          <p:nvPr>
            <p:ph type="title"/>
          </p:nvPr>
        </p:nvSpPr>
        <p:spPr>
          <a:xfrm>
            <a:off x="1677798" y="1023457"/>
            <a:ext cx="9825226" cy="120801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200"/>
              <a:buFont typeface="Times New Roman"/>
              <a:buNone/>
            </a:pPr>
            <a:r>
              <a:rPr b="1" lang="en-US" sz="3200">
                <a:latin typeface="Times New Roman"/>
                <a:ea typeface="Times New Roman"/>
                <a:cs typeface="Times New Roman"/>
                <a:sym typeface="Times New Roman"/>
              </a:rPr>
              <a:t>INTRODUCTION</a:t>
            </a:r>
            <a:endParaRPr b="1" sz="3200">
              <a:latin typeface="Times New Roman"/>
              <a:ea typeface="Times New Roman"/>
              <a:cs typeface="Times New Roman"/>
              <a:sym typeface="Times New Roman"/>
            </a:endParaRPr>
          </a:p>
        </p:txBody>
      </p:sp>
      <p:sp>
        <p:nvSpPr>
          <p:cNvPr id="166" name="Google Shape;166;p4"/>
          <p:cNvSpPr txBox="1"/>
          <p:nvPr>
            <p:ph idx="1" type="body"/>
          </p:nvPr>
        </p:nvSpPr>
        <p:spPr>
          <a:xfrm>
            <a:off x="1988191" y="2231472"/>
            <a:ext cx="9514833" cy="3853342"/>
          </a:xfrm>
          <a:prstGeom prst="rect">
            <a:avLst/>
          </a:prstGeom>
          <a:noFill/>
          <a:ln>
            <a:noFill/>
          </a:ln>
        </p:spPr>
        <p:txBody>
          <a:bodyPr anchorCtr="0" anchor="ctr" bIns="45700" lIns="91425" spcFirstLastPara="1" rIns="91425" wrap="square" tIns="45700">
            <a:normAutofit/>
          </a:bodyPr>
          <a:lstStyle/>
          <a:p>
            <a:pPr indent="-285750" lvl="0" marL="285750" rtl="0" algn="l">
              <a:spcBef>
                <a:spcPts val="0"/>
              </a:spcBef>
              <a:spcAft>
                <a:spcPts val="0"/>
              </a:spcAft>
              <a:buSzPts val="2755"/>
              <a:buFont typeface="Noto Sans Symbols"/>
              <a:buChar char="⮚"/>
            </a:pPr>
            <a:r>
              <a:rPr lang="en-US" sz="1900">
                <a:latin typeface="Times New Roman"/>
                <a:ea typeface="Times New Roman"/>
                <a:cs typeface="Times New Roman"/>
                <a:sym typeface="Times New Roman"/>
              </a:rPr>
              <a:t>In today’s fast-changing world, data analysis has become very important in many areas like business, research, and even weather forecasting. This project shows how useful data can be in making decisions, supporting research, and predicting trends.</a:t>
            </a:r>
            <a:endParaRPr/>
          </a:p>
          <a:p>
            <a:pPr indent="-285750" lvl="0" marL="285750" rtl="0" algn="l">
              <a:spcBef>
                <a:spcPts val="980"/>
              </a:spcBef>
              <a:spcAft>
                <a:spcPts val="0"/>
              </a:spcAft>
              <a:buSzPts val="2755"/>
              <a:buFont typeface="Noto Sans Symbols"/>
              <a:buChar char="⮚"/>
            </a:pPr>
            <a:r>
              <a:rPr lang="en-US" sz="1900">
                <a:latin typeface="Times New Roman"/>
                <a:ea typeface="Times New Roman"/>
                <a:cs typeface="Times New Roman"/>
                <a:sym typeface="Times New Roman"/>
              </a:rPr>
              <a:t>In this project, we focused on Spotify music data, using Python to find useful information from it. Spotify is a popular music platform known for features like sharing songs easily and showing synchronized lyrics.</a:t>
            </a:r>
            <a:endParaRPr/>
          </a:p>
          <a:p>
            <a:pPr indent="-285750" lvl="0" marL="285750" rtl="0" algn="l">
              <a:spcBef>
                <a:spcPts val="980"/>
              </a:spcBef>
              <a:spcAft>
                <a:spcPts val="0"/>
              </a:spcAft>
              <a:buSzPts val="2755"/>
              <a:buFont typeface="Noto Sans Symbols"/>
              <a:buChar char="⮚"/>
            </a:pPr>
            <a:r>
              <a:rPr lang="en-US" sz="1900">
                <a:latin typeface="Times New Roman"/>
                <a:ea typeface="Times New Roman"/>
                <a:cs typeface="Times New Roman"/>
                <a:sym typeface="Times New Roman"/>
              </a:rPr>
              <a:t>Using Python libraries and functions, I explored and worked with the data. From cleaning the data to making graphs and charts, this project covers all the main steps of data analysis. Working in Jupyter Notebook made it easy to interact with the data and find interesting patterns.</a:t>
            </a:r>
            <a:endParaRPr/>
          </a:p>
          <a:p>
            <a:pPr indent="-64770" lvl="0" marL="285750" rtl="0" algn="l">
              <a:spcBef>
                <a:spcPts val="1080"/>
              </a:spcBef>
              <a:spcAft>
                <a:spcPts val="0"/>
              </a:spcAft>
              <a:buSzPts val="348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5"/>
          <p:cNvSpPr txBox="1"/>
          <p:nvPr>
            <p:ph type="title"/>
          </p:nvPr>
        </p:nvSpPr>
        <p:spPr>
          <a:xfrm>
            <a:off x="2273418" y="1066801"/>
            <a:ext cx="6795082" cy="1080782"/>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200"/>
              <a:buFont typeface="Times New Roman"/>
              <a:buNone/>
            </a:pPr>
            <a:r>
              <a:rPr b="1" lang="en-US" sz="3200">
                <a:latin typeface="Times New Roman"/>
                <a:ea typeface="Times New Roman"/>
                <a:cs typeface="Times New Roman"/>
                <a:sym typeface="Times New Roman"/>
              </a:rPr>
              <a:t>SYSTEM REQUIREMENTS</a:t>
            </a:r>
            <a:endParaRPr/>
          </a:p>
        </p:txBody>
      </p:sp>
      <p:sp>
        <p:nvSpPr>
          <p:cNvPr id="172" name="Google Shape;172;p5"/>
          <p:cNvSpPr txBox="1"/>
          <p:nvPr>
            <p:ph idx="1" type="body"/>
          </p:nvPr>
        </p:nvSpPr>
        <p:spPr>
          <a:xfrm>
            <a:off x="2155971" y="2348917"/>
            <a:ext cx="9347052" cy="3442283"/>
          </a:xfrm>
          <a:prstGeom prst="rect">
            <a:avLst/>
          </a:prstGeom>
          <a:noFill/>
          <a:ln>
            <a:noFill/>
          </a:ln>
        </p:spPr>
        <p:txBody>
          <a:bodyPr anchorCtr="0" anchor="ctr" bIns="45700" lIns="91425" spcFirstLastPara="1" rIns="91425" wrap="square" tIns="45700">
            <a:normAutofit/>
          </a:bodyPr>
          <a:lstStyle/>
          <a:p>
            <a:pPr indent="-285750" lvl="0" marL="285750" rtl="0" algn="l">
              <a:spcBef>
                <a:spcPts val="0"/>
              </a:spcBef>
              <a:spcAft>
                <a:spcPts val="0"/>
              </a:spcAft>
              <a:buSzPts val="2900"/>
              <a:buFont typeface="Noto Sans Symbols"/>
              <a:buChar char="⮚"/>
            </a:pPr>
            <a:r>
              <a:rPr b="1" lang="en-US" sz="2000">
                <a:latin typeface="Times New Roman"/>
                <a:ea typeface="Times New Roman"/>
                <a:cs typeface="Times New Roman"/>
                <a:sym typeface="Times New Roman"/>
              </a:rPr>
              <a:t>Operating System: </a:t>
            </a:r>
            <a:endParaRPr/>
          </a:p>
          <a:p>
            <a:pPr indent="0" lvl="0" marL="0" rtl="0" algn="l">
              <a:spcBef>
                <a:spcPts val="1000"/>
              </a:spcBef>
              <a:spcAft>
                <a:spcPts val="0"/>
              </a:spcAft>
              <a:buSzPts val="2900"/>
              <a:buNone/>
            </a:pPr>
            <a:r>
              <a:rPr lang="en-US" sz="2000">
                <a:latin typeface="Times New Roman"/>
                <a:ea typeface="Times New Roman"/>
                <a:cs typeface="Times New Roman"/>
                <a:sym typeface="Times New Roman"/>
              </a:rPr>
              <a:t>The analysis can be performed on Windows, macOS, or Linux systems. </a:t>
            </a:r>
            <a:endParaRPr/>
          </a:p>
          <a:p>
            <a:pPr indent="-285750" lvl="0" marL="285750" rtl="0" algn="l">
              <a:spcBef>
                <a:spcPts val="1000"/>
              </a:spcBef>
              <a:spcAft>
                <a:spcPts val="0"/>
              </a:spcAft>
              <a:buSzPts val="2900"/>
              <a:buFont typeface="Noto Sans Symbols"/>
              <a:buChar char="⮚"/>
            </a:pPr>
            <a:r>
              <a:rPr b="1" lang="en-US" sz="2000">
                <a:latin typeface="Times New Roman"/>
                <a:ea typeface="Times New Roman"/>
                <a:cs typeface="Times New Roman"/>
                <a:sym typeface="Times New Roman"/>
              </a:rPr>
              <a:t>Python: </a:t>
            </a:r>
            <a:r>
              <a:rPr lang="en-US" sz="2000">
                <a:latin typeface="Times New Roman"/>
                <a:ea typeface="Times New Roman"/>
                <a:cs typeface="Times New Roman"/>
                <a:sym typeface="Times New Roman"/>
              </a:rPr>
              <a:t>Python 3.x is required to run the analysis smoothly. </a:t>
            </a:r>
            <a:endParaRPr/>
          </a:p>
          <a:p>
            <a:pPr indent="-285750" lvl="0" marL="285750" rtl="0" algn="l">
              <a:spcBef>
                <a:spcPts val="1000"/>
              </a:spcBef>
              <a:spcAft>
                <a:spcPts val="0"/>
              </a:spcAft>
              <a:buSzPts val="2900"/>
              <a:buFont typeface="Noto Sans Symbols"/>
              <a:buChar char="⮚"/>
            </a:pPr>
            <a:r>
              <a:rPr b="1" lang="en-US" sz="2000">
                <a:latin typeface="Times New Roman"/>
                <a:ea typeface="Times New Roman"/>
                <a:cs typeface="Times New Roman"/>
                <a:sym typeface="Times New Roman"/>
              </a:rPr>
              <a:t>Libraries: </a:t>
            </a:r>
            <a:r>
              <a:rPr lang="en-US" sz="2000">
                <a:latin typeface="Times New Roman"/>
                <a:ea typeface="Times New Roman"/>
                <a:cs typeface="Times New Roman"/>
                <a:sym typeface="Times New Roman"/>
              </a:rPr>
              <a:t>Pandas, Numpy, Matplotlib, Seaborn</a:t>
            </a:r>
            <a:endParaRPr b="1" sz="2000">
              <a:latin typeface="Times New Roman"/>
              <a:ea typeface="Times New Roman"/>
              <a:cs typeface="Times New Roman"/>
              <a:sym typeface="Times New Roman"/>
            </a:endParaRPr>
          </a:p>
          <a:p>
            <a:pPr indent="0" lvl="0" marL="0" rtl="0" algn="l">
              <a:spcBef>
                <a:spcPts val="1000"/>
              </a:spcBef>
              <a:spcAft>
                <a:spcPts val="0"/>
              </a:spcAft>
              <a:buSzPts val="2900"/>
              <a:buNone/>
            </a:pPr>
            <a:r>
              <a:rPr lang="en-US" sz="2000" u="sng">
                <a:latin typeface="Times New Roman"/>
                <a:ea typeface="Times New Roman"/>
                <a:cs typeface="Times New Roman"/>
                <a:sym typeface="Times New Roman"/>
              </a:rPr>
              <a:t>Pandas</a:t>
            </a:r>
            <a:r>
              <a:rPr lang="en-US" sz="2000">
                <a:latin typeface="Times New Roman"/>
                <a:ea typeface="Times New Roman"/>
                <a:cs typeface="Times New Roman"/>
                <a:sym typeface="Times New Roman"/>
              </a:rPr>
              <a:t> – for data manipulation</a:t>
            </a:r>
            <a:endParaRPr/>
          </a:p>
          <a:p>
            <a:pPr indent="0" lvl="0" marL="0" rtl="0" algn="l">
              <a:spcBef>
                <a:spcPts val="1000"/>
              </a:spcBef>
              <a:spcAft>
                <a:spcPts val="0"/>
              </a:spcAft>
              <a:buSzPts val="2900"/>
              <a:buNone/>
            </a:pPr>
            <a:r>
              <a:rPr lang="en-US" sz="2000">
                <a:latin typeface="Times New Roman"/>
                <a:ea typeface="Times New Roman"/>
                <a:cs typeface="Times New Roman"/>
                <a:sym typeface="Times New Roman"/>
              </a:rPr>
              <a:t>pip install pandas</a:t>
            </a:r>
            <a:endParaRPr/>
          </a:p>
          <a:p>
            <a:pPr indent="-64770" lvl="0" marL="285750" rtl="0" algn="l">
              <a:spcBef>
                <a:spcPts val="1080"/>
              </a:spcBef>
              <a:spcAft>
                <a:spcPts val="0"/>
              </a:spcAft>
              <a:buSzPts val="348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6"/>
          <p:cNvSpPr txBox="1"/>
          <p:nvPr/>
        </p:nvSpPr>
        <p:spPr>
          <a:xfrm>
            <a:off x="2669795" y="2658716"/>
            <a:ext cx="6094602"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Times New Roman"/>
                <a:ea typeface="Times New Roman"/>
                <a:cs typeface="Times New Roman"/>
                <a:sym typeface="Times New Roman"/>
              </a:rPr>
              <a:t>NumPy</a:t>
            </a:r>
            <a:r>
              <a:rPr lang="en-US" sz="1800">
                <a:solidFill>
                  <a:schemeClr val="dk1"/>
                </a:solidFill>
                <a:latin typeface="Times New Roman"/>
                <a:ea typeface="Times New Roman"/>
                <a:cs typeface="Times New Roman"/>
                <a:sym typeface="Times New Roman"/>
              </a:rPr>
              <a:t> – for numerical operations</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pip install numpy</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u="sng">
                <a:solidFill>
                  <a:schemeClr val="dk1"/>
                </a:solidFill>
                <a:latin typeface="Times New Roman"/>
                <a:ea typeface="Times New Roman"/>
                <a:cs typeface="Times New Roman"/>
                <a:sym typeface="Times New Roman"/>
              </a:rPr>
              <a:t>Matplotlib</a:t>
            </a:r>
            <a:r>
              <a:rPr lang="en-US" sz="1800">
                <a:solidFill>
                  <a:schemeClr val="dk1"/>
                </a:solidFill>
                <a:latin typeface="Times New Roman"/>
                <a:ea typeface="Times New Roman"/>
                <a:cs typeface="Times New Roman"/>
                <a:sym typeface="Times New Roman"/>
              </a:rPr>
              <a:t> – for data visualization</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pip install matplotlib</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u="sng">
                <a:solidFill>
                  <a:schemeClr val="dk1"/>
                </a:solidFill>
                <a:latin typeface="Times New Roman"/>
                <a:ea typeface="Times New Roman"/>
                <a:cs typeface="Times New Roman"/>
                <a:sym typeface="Times New Roman"/>
              </a:rPr>
              <a:t>Seaborn</a:t>
            </a:r>
            <a:r>
              <a:rPr lang="en-US" sz="1800">
                <a:solidFill>
                  <a:schemeClr val="dk1"/>
                </a:solidFill>
                <a:latin typeface="Times New Roman"/>
                <a:ea typeface="Times New Roman"/>
                <a:cs typeface="Times New Roman"/>
                <a:sym typeface="Times New Roman"/>
              </a:rPr>
              <a:t> – for advanced graphs</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pip install seaborn </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1800"/>
              <a:buFont typeface="Noto Sans Symbols"/>
              <a:buChar char="⮚"/>
            </a:pPr>
            <a:r>
              <a:rPr b="1" lang="en-US" sz="1800">
                <a:solidFill>
                  <a:schemeClr val="dk1"/>
                </a:solidFill>
                <a:latin typeface="Times New Roman"/>
                <a:ea typeface="Times New Roman"/>
                <a:cs typeface="Times New Roman"/>
                <a:sym typeface="Times New Roman"/>
              </a:rPr>
              <a:t>IDE</a:t>
            </a:r>
            <a:r>
              <a:rPr lang="en-US" sz="1800">
                <a:solidFill>
                  <a:schemeClr val="dk1"/>
                </a:solidFill>
                <a:latin typeface="Times New Roman"/>
                <a:ea typeface="Times New Roman"/>
                <a:cs typeface="Times New Roman"/>
                <a:sym typeface="Times New Roman"/>
              </a:rPr>
              <a:t>: Jupyter Notebook</a:t>
            </a:r>
            <a:endParaRPr/>
          </a:p>
        </p:txBody>
      </p:sp>
      <p:sp>
        <p:nvSpPr>
          <p:cNvPr id="178" name="Google Shape;178;p6"/>
          <p:cNvSpPr txBox="1"/>
          <p:nvPr/>
        </p:nvSpPr>
        <p:spPr>
          <a:xfrm>
            <a:off x="1755395" y="1476354"/>
            <a:ext cx="676781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SYSTEM REQUIREMENTS</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7"/>
          <p:cNvSpPr txBox="1"/>
          <p:nvPr>
            <p:ph type="title"/>
          </p:nvPr>
        </p:nvSpPr>
        <p:spPr>
          <a:xfrm>
            <a:off x="1450756" y="973536"/>
            <a:ext cx="10018711" cy="75710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600"/>
              <a:buFont typeface="Corbel"/>
              <a:buNone/>
            </a:pPr>
            <a:r>
              <a:rPr b="1" lang="en-US" sz="3600"/>
              <a:t>        </a:t>
            </a:r>
            <a:r>
              <a:rPr b="1" lang="en-US" sz="3600">
                <a:latin typeface="Times New Roman"/>
                <a:ea typeface="Times New Roman"/>
                <a:cs typeface="Times New Roman"/>
                <a:sym typeface="Times New Roman"/>
              </a:rPr>
              <a:t>ARCHITECTURE</a:t>
            </a:r>
            <a:endParaRPr b="1" sz="3600">
              <a:latin typeface="Times New Roman"/>
              <a:ea typeface="Times New Roman"/>
              <a:cs typeface="Times New Roman"/>
              <a:sym typeface="Times New Roman"/>
            </a:endParaRPr>
          </a:p>
        </p:txBody>
      </p:sp>
      <p:sp>
        <p:nvSpPr>
          <p:cNvPr id="184" name="Google Shape;184;p7"/>
          <p:cNvSpPr txBox="1"/>
          <p:nvPr>
            <p:ph idx="1" type="body"/>
          </p:nvPr>
        </p:nvSpPr>
        <p:spPr>
          <a:xfrm>
            <a:off x="2994331" y="2089591"/>
            <a:ext cx="7166257" cy="341632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1. Data Collection</a:t>
            </a:r>
            <a:endParaRPr/>
          </a:p>
          <a:p>
            <a:pPr indent="-114300" lvl="0" marL="0" marR="0" rtl="0" algn="l">
              <a:lnSpc>
                <a:spcPct val="100000"/>
              </a:lnSpc>
              <a:spcBef>
                <a:spcPts val="0"/>
              </a:spcBef>
              <a:spcAft>
                <a:spcPts val="0"/>
              </a:spcAft>
              <a:buClr>
                <a:schemeClr val="dk1"/>
              </a:buClr>
              <a:buSzPts val="1800"/>
              <a:buFont typeface="Times New Roman"/>
              <a:buChar char="•"/>
            </a:pPr>
            <a:r>
              <a:rPr i="0" lang="en-US" sz="1800" u="none" cap="none" strike="noStrike">
                <a:solidFill>
                  <a:schemeClr val="dk1"/>
                </a:solidFill>
                <a:latin typeface="Times New Roman"/>
                <a:ea typeface="Times New Roman"/>
                <a:cs typeface="Times New Roman"/>
                <a:sym typeface="Times New Roman"/>
              </a:rPr>
              <a:t>Import the Spotify dataset (usually in .csv format).</a:t>
            </a:r>
            <a:endParaRPr/>
          </a:p>
          <a:p>
            <a:pPr indent="-114300" lvl="0" marL="0" marR="0" rtl="0" algn="l">
              <a:lnSpc>
                <a:spcPct val="100000"/>
              </a:lnSpc>
              <a:spcBef>
                <a:spcPts val="0"/>
              </a:spcBef>
              <a:spcAft>
                <a:spcPts val="0"/>
              </a:spcAft>
              <a:buClr>
                <a:schemeClr val="dk1"/>
              </a:buClr>
              <a:buSzPts val="1800"/>
              <a:buFont typeface="Times New Roman"/>
              <a:buChar char="•"/>
            </a:pPr>
            <a:r>
              <a:rPr i="0" lang="en-US" sz="1800" u="none" cap="none" strike="noStrike">
                <a:solidFill>
                  <a:schemeClr val="dk1"/>
                </a:solidFill>
                <a:latin typeface="Times New Roman"/>
                <a:ea typeface="Times New Roman"/>
                <a:cs typeface="Times New Roman"/>
                <a:sym typeface="Times New Roman"/>
              </a:rPr>
              <a:t>The data contains features like danceability, tempo, energy, popularity, etc.</a:t>
            </a:r>
            <a:endParaRPr/>
          </a:p>
          <a:p>
            <a:pPr indent="0" lvl="0" marL="0" marR="0" rtl="0" algn="l">
              <a:lnSpc>
                <a:spcPct val="100000"/>
              </a:lnSpc>
              <a:spcBef>
                <a:spcPts val="0"/>
              </a:spcBef>
              <a:spcAft>
                <a:spcPts val="0"/>
              </a:spcAft>
              <a:buClr>
                <a:schemeClr val="dk1"/>
              </a:buClr>
              <a:buSzPts val="1800"/>
              <a:buFont typeface="Corbel"/>
              <a:buNone/>
            </a:pPr>
            <a:r>
              <a:t/>
            </a:r>
            <a:endParaRPr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2. Data Preprocessing</a:t>
            </a:r>
            <a:endParaRPr/>
          </a:p>
          <a:p>
            <a:pPr indent="-114300" lvl="0" marL="0" marR="0" rtl="0" algn="l">
              <a:lnSpc>
                <a:spcPct val="100000"/>
              </a:lnSpc>
              <a:spcBef>
                <a:spcPts val="0"/>
              </a:spcBef>
              <a:spcAft>
                <a:spcPts val="0"/>
              </a:spcAft>
              <a:buClr>
                <a:schemeClr val="dk1"/>
              </a:buClr>
              <a:buSzPts val="1800"/>
              <a:buFont typeface="Times New Roman"/>
              <a:buChar char="•"/>
            </a:pPr>
            <a:r>
              <a:rPr i="0" lang="en-US" sz="1800" u="none" cap="none" strike="noStrike">
                <a:solidFill>
                  <a:schemeClr val="dk1"/>
                </a:solidFill>
                <a:latin typeface="Times New Roman"/>
                <a:ea typeface="Times New Roman"/>
                <a:cs typeface="Times New Roman"/>
                <a:sym typeface="Times New Roman"/>
              </a:rPr>
              <a:t>Clean the data: handle missing values, duplicates, or inconsistencies.</a:t>
            </a:r>
            <a:endParaRPr/>
          </a:p>
          <a:p>
            <a:pPr indent="-114300" lvl="0" marL="0" marR="0" rtl="0" algn="l">
              <a:lnSpc>
                <a:spcPct val="100000"/>
              </a:lnSpc>
              <a:spcBef>
                <a:spcPts val="0"/>
              </a:spcBef>
              <a:spcAft>
                <a:spcPts val="0"/>
              </a:spcAft>
              <a:buClr>
                <a:schemeClr val="dk1"/>
              </a:buClr>
              <a:buSzPts val="1800"/>
              <a:buFont typeface="Times New Roman"/>
              <a:buChar char="•"/>
            </a:pPr>
            <a:r>
              <a:rPr i="0" lang="en-US" sz="1800" u="none" cap="none" strike="noStrike">
                <a:solidFill>
                  <a:schemeClr val="dk1"/>
                </a:solidFill>
                <a:latin typeface="Times New Roman"/>
                <a:ea typeface="Times New Roman"/>
                <a:cs typeface="Times New Roman"/>
                <a:sym typeface="Times New Roman"/>
              </a:rPr>
              <a:t>Convert data types and prepare the data for analysis.</a:t>
            </a:r>
            <a:endParaRPr/>
          </a:p>
          <a:p>
            <a:pPr indent="0" lvl="0" marL="0" marR="0" rtl="0" algn="l">
              <a:lnSpc>
                <a:spcPct val="100000"/>
              </a:lnSpc>
              <a:spcBef>
                <a:spcPts val="0"/>
              </a:spcBef>
              <a:spcAft>
                <a:spcPts val="0"/>
              </a:spcAft>
              <a:buClr>
                <a:schemeClr val="dk1"/>
              </a:buClr>
              <a:buSzPts val="1800"/>
              <a:buFont typeface="Corbel"/>
              <a:buNone/>
            </a:pPr>
            <a:r>
              <a:t/>
            </a:r>
            <a:endParaRPr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3. Data Analysis</a:t>
            </a:r>
            <a:endParaRPr/>
          </a:p>
          <a:p>
            <a:pPr indent="-114300" lvl="0" marL="0" marR="0" rtl="0" algn="l">
              <a:lnSpc>
                <a:spcPct val="100000"/>
              </a:lnSpc>
              <a:spcBef>
                <a:spcPts val="0"/>
              </a:spcBef>
              <a:spcAft>
                <a:spcPts val="0"/>
              </a:spcAft>
              <a:buClr>
                <a:schemeClr val="dk1"/>
              </a:buClr>
              <a:buSzPts val="1800"/>
              <a:buFont typeface="Times New Roman"/>
              <a:buChar char="•"/>
            </a:pPr>
            <a:r>
              <a:rPr i="0" lang="en-US" sz="1800" u="none" cap="none" strike="noStrike">
                <a:solidFill>
                  <a:schemeClr val="dk1"/>
                </a:solidFill>
                <a:latin typeface="Times New Roman"/>
                <a:ea typeface="Times New Roman"/>
                <a:cs typeface="Times New Roman"/>
                <a:sym typeface="Times New Roman"/>
              </a:rPr>
              <a:t>Use Pandas and NumPy to analyze trends, averages, correlations.</a:t>
            </a:r>
            <a:endParaRPr/>
          </a:p>
          <a:p>
            <a:pPr indent="-114300" lvl="0" marL="0" marR="0" rtl="0" algn="l">
              <a:lnSpc>
                <a:spcPct val="100000"/>
              </a:lnSpc>
              <a:spcBef>
                <a:spcPts val="0"/>
              </a:spcBef>
              <a:spcAft>
                <a:spcPts val="0"/>
              </a:spcAft>
              <a:buClr>
                <a:schemeClr val="dk1"/>
              </a:buClr>
              <a:buSzPts val="1800"/>
              <a:buFont typeface="Times New Roman"/>
              <a:buChar char="•"/>
            </a:pPr>
            <a:r>
              <a:rPr i="0" lang="en-US" sz="1800" u="none" cap="none" strike="noStrike">
                <a:solidFill>
                  <a:schemeClr val="dk1"/>
                </a:solidFill>
                <a:latin typeface="Times New Roman"/>
                <a:ea typeface="Times New Roman"/>
                <a:cs typeface="Times New Roman"/>
                <a:sym typeface="Times New Roman"/>
              </a:rPr>
              <a:t>Identify which features influence song popularity.</a:t>
            </a:r>
            <a:endParaRPr/>
          </a:p>
          <a:p>
            <a:pPr indent="0" lvl="0" marL="0" marR="0" rtl="0" algn="l">
              <a:lnSpc>
                <a:spcPct val="100000"/>
              </a:lnSpc>
              <a:spcBef>
                <a:spcPts val="0"/>
              </a:spcBef>
              <a:spcAft>
                <a:spcPts val="0"/>
              </a:spcAft>
              <a:buClr>
                <a:schemeClr val="dk1"/>
              </a:buClr>
              <a:buSzPts val="1800"/>
              <a:buFont typeface="Corbe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8"/>
          <p:cNvSpPr txBox="1"/>
          <p:nvPr/>
        </p:nvSpPr>
        <p:spPr>
          <a:xfrm>
            <a:off x="3240248" y="2339610"/>
            <a:ext cx="6094602"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b="1" lang="en-US" sz="1800">
                <a:solidFill>
                  <a:schemeClr val="dk1"/>
                </a:solidFill>
                <a:latin typeface="Times New Roman"/>
                <a:ea typeface="Times New Roman"/>
                <a:cs typeface="Times New Roman"/>
                <a:sym typeface="Times New Roman"/>
              </a:rPr>
              <a:t>4. Data Visualization</a:t>
            </a:r>
            <a:endParaRPr/>
          </a:p>
          <a:p>
            <a:pPr indent="-114300" lvl="0" marL="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Use Matplotlib and Seaborn to create:</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Bar charts</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Heatmaps</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Histograms</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Scatter plots</a:t>
            </a:r>
            <a:endParaRPr/>
          </a:p>
          <a:p>
            <a:pPr indent="-114300" lvl="0" marL="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These visuals help in understanding patterns clearly.</a:t>
            </a:r>
            <a:endParaRPr/>
          </a:p>
          <a:p>
            <a:pPr indent="0" lvl="0" marL="0" marR="0" rtl="0" algn="l">
              <a:spcBef>
                <a:spcPts val="0"/>
              </a:spcBef>
              <a:spcAft>
                <a:spcPts val="0"/>
              </a:spcAft>
              <a:buClr>
                <a:schemeClr val="dk1"/>
              </a:buClr>
              <a:buSzPts val="1800"/>
              <a:buFont typeface="Times New Roman"/>
              <a:buNone/>
            </a:pPr>
            <a:r>
              <a:rPr b="1" lang="en-US" sz="1800">
                <a:solidFill>
                  <a:schemeClr val="dk1"/>
                </a:solidFill>
                <a:latin typeface="Times New Roman"/>
                <a:ea typeface="Times New Roman"/>
                <a:cs typeface="Times New Roman"/>
                <a:sym typeface="Times New Roman"/>
              </a:rPr>
              <a:t>5. Insights &amp; Conclusion</a:t>
            </a:r>
            <a:endParaRPr/>
          </a:p>
          <a:p>
            <a:pPr indent="-114300" lvl="0" marL="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Summarize key findings.</a:t>
            </a:r>
            <a:endParaRPr/>
          </a:p>
          <a:p>
            <a:pPr indent="-114300" lvl="0" marL="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Understand how musical features relate to each other and influence success.</a:t>
            </a:r>
            <a:endParaRPr/>
          </a:p>
        </p:txBody>
      </p:sp>
      <p:sp>
        <p:nvSpPr>
          <p:cNvPr id="190" name="Google Shape;190;p8"/>
          <p:cNvSpPr txBox="1"/>
          <p:nvPr/>
        </p:nvSpPr>
        <p:spPr>
          <a:xfrm>
            <a:off x="1864453" y="1283407"/>
            <a:ext cx="6094602"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ARCHITECTURE</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9"/>
          <p:cNvSpPr txBox="1"/>
          <p:nvPr>
            <p:ph type="title"/>
          </p:nvPr>
        </p:nvSpPr>
        <p:spPr>
          <a:xfrm>
            <a:off x="1484312" y="685800"/>
            <a:ext cx="10018711" cy="104233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Times New Roman"/>
              <a:buNone/>
            </a:pPr>
            <a:r>
              <a:rPr b="1" lang="en-US">
                <a:latin typeface="Times New Roman"/>
                <a:ea typeface="Times New Roman"/>
                <a:cs typeface="Times New Roman"/>
                <a:sym typeface="Times New Roman"/>
              </a:rPr>
              <a:t>IMPORTING DATASET:</a:t>
            </a:r>
            <a:br>
              <a:rPr lang="en-US"/>
            </a:br>
            <a:endParaRPr/>
          </a:p>
        </p:txBody>
      </p:sp>
      <p:sp>
        <p:nvSpPr>
          <p:cNvPr id="196" name="Google Shape;196;p9"/>
          <p:cNvSpPr txBox="1"/>
          <p:nvPr>
            <p:ph idx="1" type="body"/>
          </p:nvPr>
        </p:nvSpPr>
        <p:spPr>
          <a:xfrm>
            <a:off x="2197916" y="1728132"/>
            <a:ext cx="9036661" cy="174700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2610"/>
              <a:buNone/>
            </a:pPr>
            <a:r>
              <a:rPr lang="en-US" sz="1800">
                <a:latin typeface="Times New Roman"/>
                <a:ea typeface="Times New Roman"/>
                <a:cs typeface="Times New Roman"/>
                <a:sym typeface="Times New Roman"/>
              </a:rPr>
              <a:t>The project begins with data collection, where the Spotify music dataset is obtained from reliable repositories or research databases. The dataset is then loaded into the Python environment using the Pandas library, creating a structured DataFrame for efficient data handling.</a:t>
            </a:r>
            <a:endParaRPr sz="1800">
              <a:latin typeface="Times New Roman"/>
              <a:ea typeface="Times New Roman"/>
              <a:cs typeface="Times New Roman"/>
              <a:sym typeface="Times New Roman"/>
            </a:endParaRPr>
          </a:p>
        </p:txBody>
      </p:sp>
      <p:sp>
        <p:nvSpPr>
          <p:cNvPr id="197" name="Google Shape;197;p9"/>
          <p:cNvSpPr txBox="1"/>
          <p:nvPr/>
        </p:nvSpPr>
        <p:spPr>
          <a:xfrm>
            <a:off x="3126377" y="3619945"/>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98" name="Google Shape;198;p9"/>
          <p:cNvSpPr/>
          <p:nvPr/>
        </p:nvSpPr>
        <p:spPr>
          <a:xfrm>
            <a:off x="3298784" y="3404501"/>
            <a:ext cx="3071536" cy="984885"/>
          </a:xfrm>
          <a:prstGeom prst="rect">
            <a:avLst/>
          </a:prstGeom>
          <a:solidFill>
            <a:srgbClr val="151B23"/>
          </a:solidFill>
          <a:ln>
            <a:noFill/>
          </a:ln>
        </p:spPr>
        <p:txBody>
          <a:bodyPr anchorCtr="0" anchor="ctr" bIns="0" lIns="91425" spcFirstLastPara="1" rIns="91425" wrap="square" tIns="0">
            <a:spAutoFit/>
          </a:bodyPr>
          <a:lstStyle/>
          <a:p>
            <a:pPr indent="0" lvl="0" marL="0" marR="0" rtl="0" algn="l">
              <a:lnSpc>
                <a:spcPct val="100000"/>
              </a:lnSpc>
              <a:spcBef>
                <a:spcPts val="0"/>
              </a:spcBef>
              <a:spcAft>
                <a:spcPts val="0"/>
              </a:spcAft>
              <a:buClr>
                <a:srgbClr val="FF7B72"/>
              </a:buClr>
              <a:buSzPts val="1400"/>
              <a:buFont typeface="Times New Roman"/>
              <a:buNone/>
            </a:pPr>
            <a:r>
              <a:rPr b="0" i="0" lang="en-US" sz="1400" u="none" cap="none" strike="noStrike">
                <a:solidFill>
                  <a:srgbClr val="FF7B72"/>
                </a:solidFill>
                <a:latin typeface="Times New Roman"/>
                <a:ea typeface="Times New Roman"/>
                <a:cs typeface="Times New Roman"/>
                <a:sym typeface="Times New Roman"/>
              </a:rPr>
              <a:t>import</a:t>
            </a:r>
            <a:r>
              <a:rPr b="0" i="0" lang="en-US" sz="1400" u="none" cap="none" strike="noStrike">
                <a:solidFill>
                  <a:srgbClr val="F0F6FC"/>
                </a:solidFill>
                <a:latin typeface="Times New Roman"/>
                <a:ea typeface="Times New Roman"/>
                <a:cs typeface="Times New Roman"/>
                <a:sym typeface="Times New Roman"/>
              </a:rPr>
              <a:t> numpy </a:t>
            </a:r>
            <a:r>
              <a:rPr b="0" i="0" lang="en-US" sz="1400" u="none" cap="none" strike="noStrike">
                <a:solidFill>
                  <a:srgbClr val="FF7B72"/>
                </a:solidFill>
                <a:latin typeface="Times New Roman"/>
                <a:ea typeface="Times New Roman"/>
                <a:cs typeface="Times New Roman"/>
                <a:sym typeface="Times New Roman"/>
              </a:rPr>
              <a:t>as</a:t>
            </a:r>
            <a:r>
              <a:rPr b="0" i="0" lang="en-US" sz="1400" u="none" cap="none" strike="noStrike">
                <a:solidFill>
                  <a:srgbClr val="F0F6FC"/>
                </a:solidFill>
                <a:latin typeface="Times New Roman"/>
                <a:ea typeface="Times New Roman"/>
                <a:cs typeface="Times New Roman"/>
                <a:sym typeface="Times New Roman"/>
              </a:rPr>
              <a:t> np</a:t>
            </a:r>
            <a:endParaRPr/>
          </a:p>
          <a:p>
            <a:pPr indent="0" lvl="0" marL="0" marR="0" rtl="0" algn="l">
              <a:lnSpc>
                <a:spcPct val="100000"/>
              </a:lnSpc>
              <a:spcBef>
                <a:spcPts val="0"/>
              </a:spcBef>
              <a:spcAft>
                <a:spcPts val="0"/>
              </a:spcAft>
              <a:buClr>
                <a:srgbClr val="F0F6FC"/>
              </a:buClr>
              <a:buSzPts val="1400"/>
              <a:buFont typeface="Times New Roman"/>
              <a:buNone/>
            </a:pPr>
            <a:r>
              <a:rPr b="0" i="0" lang="en-US" sz="1400" u="none" cap="none" strike="noStrike">
                <a:solidFill>
                  <a:srgbClr val="F0F6FC"/>
                </a:solidFill>
                <a:latin typeface="Times New Roman"/>
                <a:ea typeface="Times New Roman"/>
                <a:cs typeface="Times New Roman"/>
                <a:sym typeface="Times New Roman"/>
              </a:rPr>
              <a:t> </a:t>
            </a:r>
            <a:r>
              <a:rPr b="0" i="0" lang="en-US" sz="1400" u="none" cap="none" strike="noStrike">
                <a:solidFill>
                  <a:srgbClr val="FF7B72"/>
                </a:solidFill>
                <a:latin typeface="Times New Roman"/>
                <a:ea typeface="Times New Roman"/>
                <a:cs typeface="Times New Roman"/>
                <a:sym typeface="Times New Roman"/>
              </a:rPr>
              <a:t>import</a:t>
            </a:r>
            <a:r>
              <a:rPr b="0" i="0" lang="en-US" sz="1400" u="none" cap="none" strike="noStrike">
                <a:solidFill>
                  <a:srgbClr val="F0F6FC"/>
                </a:solidFill>
                <a:latin typeface="Times New Roman"/>
                <a:ea typeface="Times New Roman"/>
                <a:cs typeface="Times New Roman"/>
                <a:sym typeface="Times New Roman"/>
              </a:rPr>
              <a:t> pandas </a:t>
            </a:r>
            <a:r>
              <a:rPr b="0" i="0" lang="en-US" sz="1400" u="none" cap="none" strike="noStrike">
                <a:solidFill>
                  <a:srgbClr val="FF7B72"/>
                </a:solidFill>
                <a:latin typeface="Times New Roman"/>
                <a:ea typeface="Times New Roman"/>
                <a:cs typeface="Times New Roman"/>
                <a:sym typeface="Times New Roman"/>
              </a:rPr>
              <a:t>as</a:t>
            </a:r>
            <a:r>
              <a:rPr b="0" i="0" lang="en-US" sz="1400" u="none" cap="none" strike="noStrike">
                <a:solidFill>
                  <a:srgbClr val="F0F6FC"/>
                </a:solidFill>
                <a:latin typeface="Times New Roman"/>
                <a:ea typeface="Times New Roman"/>
                <a:cs typeface="Times New Roman"/>
                <a:sym typeface="Times New Roman"/>
              </a:rPr>
              <a:t> pd </a:t>
            </a:r>
            <a:endParaRPr/>
          </a:p>
          <a:p>
            <a:pPr indent="0" lvl="0" marL="0" marR="0" rtl="0" algn="l">
              <a:lnSpc>
                <a:spcPct val="100000"/>
              </a:lnSpc>
              <a:spcBef>
                <a:spcPts val="0"/>
              </a:spcBef>
              <a:spcAft>
                <a:spcPts val="0"/>
              </a:spcAft>
              <a:buClr>
                <a:srgbClr val="FF7B72"/>
              </a:buClr>
              <a:buSzPts val="1400"/>
              <a:buFont typeface="Times New Roman"/>
              <a:buNone/>
            </a:pPr>
            <a:r>
              <a:rPr b="0" i="0" lang="en-US" sz="1400" u="none" cap="none" strike="noStrike">
                <a:solidFill>
                  <a:srgbClr val="FF7B72"/>
                </a:solidFill>
                <a:latin typeface="Times New Roman"/>
                <a:ea typeface="Times New Roman"/>
                <a:cs typeface="Times New Roman"/>
                <a:sym typeface="Times New Roman"/>
              </a:rPr>
              <a:t>import</a:t>
            </a:r>
            <a:r>
              <a:rPr b="0" i="0" lang="en-US" sz="1400" u="none" cap="none" strike="noStrike">
                <a:solidFill>
                  <a:srgbClr val="F0F6FC"/>
                </a:solidFill>
                <a:latin typeface="Times New Roman"/>
                <a:ea typeface="Times New Roman"/>
                <a:cs typeface="Times New Roman"/>
                <a:sym typeface="Times New Roman"/>
              </a:rPr>
              <a:t> matplotlib.pyplot </a:t>
            </a:r>
            <a:r>
              <a:rPr b="0" i="0" lang="en-US" sz="1400" u="none" cap="none" strike="noStrike">
                <a:solidFill>
                  <a:srgbClr val="FF7B72"/>
                </a:solidFill>
                <a:latin typeface="Times New Roman"/>
                <a:ea typeface="Times New Roman"/>
                <a:cs typeface="Times New Roman"/>
                <a:sym typeface="Times New Roman"/>
              </a:rPr>
              <a:t>as</a:t>
            </a:r>
            <a:r>
              <a:rPr b="0" i="0" lang="en-US" sz="1400" u="none" cap="none" strike="noStrike">
                <a:solidFill>
                  <a:srgbClr val="F0F6FC"/>
                </a:solidFill>
                <a:latin typeface="Times New Roman"/>
                <a:ea typeface="Times New Roman"/>
                <a:cs typeface="Times New Roman"/>
                <a:sym typeface="Times New Roman"/>
              </a:rPr>
              <a:t> plt </a:t>
            </a:r>
            <a:endParaRPr/>
          </a:p>
          <a:p>
            <a:pPr indent="0" lvl="0" marL="0" marR="0" rtl="0" algn="l">
              <a:lnSpc>
                <a:spcPct val="100000"/>
              </a:lnSpc>
              <a:spcBef>
                <a:spcPts val="0"/>
              </a:spcBef>
              <a:spcAft>
                <a:spcPts val="0"/>
              </a:spcAft>
              <a:buClr>
                <a:srgbClr val="FF7B72"/>
              </a:buClr>
              <a:buSzPts val="1400"/>
              <a:buFont typeface="Times New Roman"/>
              <a:buNone/>
            </a:pPr>
            <a:r>
              <a:rPr b="0" i="0" lang="en-US" sz="1400" u="none" cap="none" strike="noStrike">
                <a:solidFill>
                  <a:srgbClr val="FF7B72"/>
                </a:solidFill>
                <a:latin typeface="Times New Roman"/>
                <a:ea typeface="Times New Roman"/>
                <a:cs typeface="Times New Roman"/>
                <a:sym typeface="Times New Roman"/>
              </a:rPr>
              <a:t>import</a:t>
            </a:r>
            <a:r>
              <a:rPr b="0" i="0" lang="en-US" sz="1400" u="none" cap="none" strike="noStrike">
                <a:solidFill>
                  <a:srgbClr val="F0F6FC"/>
                </a:solidFill>
                <a:latin typeface="Times New Roman"/>
                <a:ea typeface="Times New Roman"/>
                <a:cs typeface="Times New Roman"/>
                <a:sym typeface="Times New Roman"/>
              </a:rPr>
              <a:t> seaborn </a:t>
            </a:r>
            <a:r>
              <a:rPr b="0" i="0" lang="en-US" sz="1400" u="none" cap="none" strike="noStrike">
                <a:solidFill>
                  <a:srgbClr val="FF7B72"/>
                </a:solidFill>
                <a:latin typeface="Times New Roman"/>
                <a:ea typeface="Times New Roman"/>
                <a:cs typeface="Times New Roman"/>
                <a:sym typeface="Times New Roman"/>
              </a:rPr>
              <a:t>as</a:t>
            </a:r>
            <a:r>
              <a:rPr b="0" i="0" lang="en-US" sz="1400" u="none" cap="none" strike="noStrike">
                <a:solidFill>
                  <a:srgbClr val="F0F6FC"/>
                </a:solidFill>
                <a:latin typeface="Times New Roman"/>
                <a:ea typeface="Times New Roman"/>
                <a:cs typeface="Times New Roman"/>
                <a:sym typeface="Times New Roman"/>
              </a:rPr>
              <a:t> sns</a:t>
            </a:r>
            <a:r>
              <a:rPr b="0" i="0" lang="en-US" sz="1400" u="none" cap="none" strike="noStrike">
                <a:solidFill>
                  <a:schemeClr val="dk1"/>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chemeClr val="dk1"/>
              </a:buClr>
              <a:buSzPts val="800"/>
              <a:buFont typeface="Corbel"/>
              <a:buNone/>
            </a:pPr>
            <a:r>
              <a:t/>
            </a:r>
            <a:endParaRPr sz="800">
              <a:solidFill>
                <a:schemeClr val="dk1"/>
              </a:solidFill>
              <a:latin typeface="Arial"/>
              <a:ea typeface="Arial"/>
              <a:cs typeface="Arial"/>
              <a:sym typeface="Arial"/>
            </a:endParaRPr>
          </a:p>
        </p:txBody>
      </p:sp>
      <p:sp>
        <p:nvSpPr>
          <p:cNvPr id="199" name="Google Shape;199;p9"/>
          <p:cNvSpPr/>
          <p:nvPr/>
        </p:nvSpPr>
        <p:spPr>
          <a:xfrm>
            <a:off x="3298784" y="4720621"/>
            <a:ext cx="3038011" cy="430887"/>
          </a:xfrm>
          <a:prstGeom prst="rect">
            <a:avLst/>
          </a:prstGeom>
          <a:solidFill>
            <a:srgbClr val="151B23"/>
          </a:solidFill>
          <a:ln>
            <a:noFill/>
          </a:ln>
        </p:spPr>
        <p:txBody>
          <a:bodyPr anchorCtr="0" anchor="ctr" bIns="0" lIns="91425" spcFirstLastPara="1" rIns="91425" wrap="square" tIns="0">
            <a:spAutoFit/>
          </a:bodyPr>
          <a:lstStyle/>
          <a:p>
            <a:pPr indent="0" lvl="0" marL="0" marR="0" rtl="0" algn="l">
              <a:lnSpc>
                <a:spcPct val="100000"/>
              </a:lnSpc>
              <a:spcBef>
                <a:spcPts val="0"/>
              </a:spcBef>
              <a:spcAft>
                <a:spcPts val="0"/>
              </a:spcAft>
              <a:buClr>
                <a:srgbClr val="F0F6FC"/>
              </a:buClr>
              <a:buSzPts val="1400"/>
              <a:buFont typeface="Times New Roman"/>
              <a:buNone/>
            </a:pPr>
            <a:r>
              <a:rPr b="0" i="0" lang="en-US" sz="1400" u="none" cap="none" strike="noStrike">
                <a:solidFill>
                  <a:srgbClr val="F0F6FC"/>
                </a:solidFill>
                <a:latin typeface="Times New Roman"/>
                <a:ea typeface="Times New Roman"/>
                <a:cs typeface="Times New Roman"/>
                <a:sym typeface="Times New Roman"/>
              </a:rPr>
              <a:t>sp </a:t>
            </a:r>
            <a:r>
              <a:rPr b="0" i="0" lang="en-US" sz="1400" u="none" cap="none" strike="noStrike">
                <a:solidFill>
                  <a:srgbClr val="79C0FF"/>
                </a:solidFill>
                <a:latin typeface="Times New Roman"/>
                <a:ea typeface="Times New Roman"/>
                <a:cs typeface="Times New Roman"/>
                <a:sym typeface="Times New Roman"/>
              </a:rPr>
              <a:t>=</a:t>
            </a:r>
            <a:r>
              <a:rPr b="0" i="0" lang="en-US" sz="1400" u="none" cap="none" strike="noStrike">
                <a:solidFill>
                  <a:srgbClr val="F0F6FC"/>
                </a:solidFill>
                <a:latin typeface="Times New Roman"/>
                <a:ea typeface="Times New Roman"/>
                <a:cs typeface="Times New Roman"/>
                <a:sym typeface="Times New Roman"/>
              </a:rPr>
              <a:t> pd.</a:t>
            </a:r>
            <a:r>
              <a:rPr b="0" i="0" lang="en-US" sz="1400" u="none" cap="none" strike="noStrike">
                <a:solidFill>
                  <a:srgbClr val="79C0FF"/>
                </a:solidFill>
                <a:latin typeface="Times New Roman"/>
                <a:ea typeface="Times New Roman"/>
                <a:cs typeface="Times New Roman"/>
                <a:sym typeface="Times New Roman"/>
              </a:rPr>
              <a:t>read_csv</a:t>
            </a:r>
            <a:r>
              <a:rPr b="0" i="0" lang="en-US" sz="1400" u="none" cap="none" strike="noStrike">
                <a:solidFill>
                  <a:srgbClr val="F0F6FC"/>
                </a:solidFill>
                <a:latin typeface="Times New Roman"/>
                <a:ea typeface="Times New Roman"/>
                <a:cs typeface="Times New Roman"/>
                <a:sym typeface="Times New Roman"/>
              </a:rPr>
              <a:t>(</a:t>
            </a:r>
            <a:r>
              <a:rPr b="0" i="0" lang="en-US" sz="1400" u="none" cap="none" strike="noStrike">
                <a:solidFill>
                  <a:srgbClr val="A5D6FF"/>
                </a:solidFill>
                <a:latin typeface="Times New Roman"/>
                <a:ea typeface="Times New Roman"/>
                <a:cs typeface="Times New Roman"/>
                <a:sym typeface="Times New Roman"/>
              </a:rPr>
              <a:t>'spotify_dataset.csv’</a:t>
            </a:r>
            <a:r>
              <a:rPr b="0" i="0" lang="en-US" sz="1400" u="none" cap="none" strike="noStrike">
                <a:solidFill>
                  <a:srgbClr val="F0F6FC"/>
                </a:solidFill>
                <a:latin typeface="Times New Roman"/>
                <a:ea typeface="Times New Roman"/>
                <a:cs typeface="Times New Roman"/>
                <a:sym typeface="Times New Roman"/>
              </a:rPr>
              <a:t>)</a:t>
            </a:r>
            <a:r>
              <a:rPr b="0" i="0" lang="en-US" sz="1400" u="none" cap="none" strike="noStrike">
                <a:solidFill>
                  <a:schemeClr val="dk1"/>
                </a:solidFill>
                <a:latin typeface="Times New Roman"/>
                <a:ea typeface="Times New Roman"/>
                <a:cs typeface="Times New Roman"/>
                <a:sym typeface="Times New Roman"/>
              </a:rPr>
              <a:t> </a:t>
            </a:r>
            <a:endParaRPr sz="1400">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lt1"/>
              </a:buClr>
              <a:buSzPts val="1400"/>
              <a:buFont typeface="Times New Roman"/>
              <a:buNone/>
            </a:pPr>
            <a:r>
              <a:rPr b="0" i="0" lang="en-US" sz="1400" u="none" cap="none" strike="noStrike">
                <a:solidFill>
                  <a:schemeClr val="lt1"/>
                </a:solidFill>
                <a:latin typeface="Times New Roman"/>
                <a:ea typeface="Times New Roman"/>
                <a:cs typeface="Times New Roman"/>
                <a:sym typeface="Times New Roman"/>
              </a:rPr>
              <a:t>sp</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0"/>
          <p:cNvSpPr txBox="1"/>
          <p:nvPr>
            <p:ph type="title"/>
          </p:nvPr>
        </p:nvSpPr>
        <p:spPr>
          <a:xfrm>
            <a:off x="1282976" y="954248"/>
            <a:ext cx="10018711" cy="76549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Times New Roman"/>
              <a:buNone/>
            </a:pPr>
            <a:r>
              <a:rPr b="1" lang="en-US">
                <a:latin typeface="Times New Roman"/>
                <a:ea typeface="Times New Roman"/>
                <a:cs typeface="Times New Roman"/>
                <a:sym typeface="Times New Roman"/>
              </a:rPr>
              <a:t>DATA EXPLORATION:</a:t>
            </a:r>
            <a:br>
              <a:rPr b="1" lang="en-US">
                <a:latin typeface="Times New Roman"/>
                <a:ea typeface="Times New Roman"/>
                <a:cs typeface="Times New Roman"/>
                <a:sym typeface="Times New Roman"/>
              </a:rPr>
            </a:br>
            <a:br>
              <a:rPr b="1" lang="en-US">
                <a:latin typeface="Times New Roman"/>
                <a:ea typeface="Times New Roman"/>
                <a:cs typeface="Times New Roman"/>
                <a:sym typeface="Times New Roman"/>
              </a:rPr>
            </a:br>
            <a:endParaRPr b="1">
              <a:latin typeface="Times New Roman"/>
              <a:ea typeface="Times New Roman"/>
              <a:cs typeface="Times New Roman"/>
              <a:sym typeface="Times New Roman"/>
            </a:endParaRPr>
          </a:p>
        </p:txBody>
      </p:sp>
      <p:sp>
        <p:nvSpPr>
          <p:cNvPr id="205" name="Google Shape;205;p10"/>
          <p:cNvSpPr txBox="1"/>
          <p:nvPr>
            <p:ph idx="1" type="body"/>
          </p:nvPr>
        </p:nvSpPr>
        <p:spPr>
          <a:xfrm>
            <a:off x="1417200" y="1057013"/>
            <a:ext cx="10018713" cy="3693952"/>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2900"/>
              <a:buNone/>
            </a:pPr>
            <a:r>
              <a:rPr lang="en-US">
                <a:latin typeface="Times New Roman"/>
                <a:ea typeface="Times New Roman"/>
                <a:cs typeface="Times New Roman"/>
                <a:sym typeface="Times New Roman"/>
              </a:rPr>
              <a:t>After importing the dataset, the next step is to explore the structure and content of the data. This step helps in understanding the features (columns), types of data, and identifying any initial patterns Using Pandas functions</a:t>
            </a:r>
            <a:endParaRPr/>
          </a:p>
          <a:p>
            <a:pPr indent="0" lvl="0" marL="0" rtl="0" algn="l">
              <a:spcBef>
                <a:spcPts val="960"/>
              </a:spcBef>
              <a:spcAft>
                <a:spcPts val="0"/>
              </a:spcAft>
              <a:buSzPts val="2610"/>
              <a:buNone/>
            </a:pPr>
            <a:r>
              <a:rPr b="1" lang="en-US" sz="1800">
                <a:latin typeface="Times New Roman"/>
                <a:ea typeface="Times New Roman"/>
                <a:cs typeface="Times New Roman"/>
                <a:sym typeface="Times New Roman"/>
              </a:rPr>
              <a:t>sp.shape </a:t>
            </a:r>
            <a:endParaRPr/>
          </a:p>
          <a:p>
            <a:pPr indent="0" lvl="0" marL="0" rtl="0" algn="ctr">
              <a:spcBef>
                <a:spcPts val="1000"/>
              </a:spcBef>
              <a:spcAft>
                <a:spcPts val="0"/>
              </a:spcAft>
              <a:buSzPts val="2900"/>
              <a:buNone/>
            </a:pPr>
            <a:r>
              <a:t/>
            </a:r>
            <a:endParaRPr/>
          </a:p>
          <a:p>
            <a:pPr indent="0" lvl="0" marL="0" rtl="0" algn="ctr">
              <a:spcBef>
                <a:spcPts val="1000"/>
              </a:spcBef>
              <a:spcAft>
                <a:spcPts val="0"/>
              </a:spcAft>
              <a:buSzPts val="2900"/>
              <a:buNone/>
            </a:pPr>
            <a:r>
              <a:t/>
            </a:r>
            <a:endParaRPr/>
          </a:p>
        </p:txBody>
      </p:sp>
      <p:sp>
        <p:nvSpPr>
          <p:cNvPr id="206" name="Google Shape;206;p10"/>
          <p:cNvSpPr txBox="1"/>
          <p:nvPr/>
        </p:nvSpPr>
        <p:spPr>
          <a:xfrm>
            <a:off x="7550090" y="2665602"/>
            <a:ext cx="216226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sp.columns</a:t>
            </a:r>
            <a:endParaRPr b="1" sz="1800">
              <a:solidFill>
                <a:schemeClr val="dk1"/>
              </a:solidFill>
              <a:latin typeface="Times New Roman"/>
              <a:ea typeface="Times New Roman"/>
              <a:cs typeface="Times New Roman"/>
              <a:sym typeface="Times New Roman"/>
            </a:endParaRPr>
          </a:p>
        </p:txBody>
      </p:sp>
      <p:sp>
        <p:nvSpPr>
          <p:cNvPr id="207" name="Google Shape;207;p10"/>
          <p:cNvSpPr txBox="1"/>
          <p:nvPr/>
        </p:nvSpPr>
        <p:spPr>
          <a:xfrm>
            <a:off x="1417200" y="3127267"/>
            <a:ext cx="15163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a:solidFill>
                  <a:schemeClr val="dk1"/>
                </a:solidFill>
                <a:latin typeface="Times New Roman"/>
                <a:ea typeface="Times New Roman"/>
                <a:cs typeface="Times New Roman"/>
                <a:sym typeface="Times New Roman"/>
              </a:rPr>
              <a:t>(114000, 21)</a:t>
            </a:r>
            <a:endParaRPr sz="1800">
              <a:solidFill>
                <a:schemeClr val="dk1"/>
              </a:solidFill>
              <a:latin typeface="Times New Roman"/>
              <a:ea typeface="Times New Roman"/>
              <a:cs typeface="Times New Roman"/>
              <a:sym typeface="Times New Roman"/>
            </a:endParaRPr>
          </a:p>
        </p:txBody>
      </p:sp>
      <p:sp>
        <p:nvSpPr>
          <p:cNvPr id="208" name="Google Shape;208;p10"/>
          <p:cNvSpPr txBox="1"/>
          <p:nvPr/>
        </p:nvSpPr>
        <p:spPr>
          <a:xfrm>
            <a:off x="5144548" y="3429000"/>
            <a:ext cx="6094602"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chemeClr val="dk1"/>
                </a:solidFill>
                <a:latin typeface="Times New Roman"/>
                <a:ea typeface="Times New Roman"/>
                <a:cs typeface="Times New Roman"/>
                <a:sym typeface="Times New Roman"/>
              </a:rPr>
              <a:t>Index(['Unnamed: 0', 'track_id', 'artists', 'album_name', 'track_name', 'popularity', 'duration_ms', 'explicit', 'danceability', 'energy', 'key', 'loudness', 'mode', 'speechiness', 'acousticness', 'instrumentalness', 'liveness', 'valence', 'tempo', 'time_signature', 'track_genre'], dtye='object')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1"/>
          <p:cNvSpPr txBox="1"/>
          <p:nvPr>
            <p:ph type="title"/>
          </p:nvPr>
        </p:nvSpPr>
        <p:spPr>
          <a:xfrm>
            <a:off x="1484312" y="685800"/>
            <a:ext cx="10018711" cy="45510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Times New Roman"/>
              <a:buNone/>
            </a:pPr>
            <a:r>
              <a:rPr b="1" lang="en-US">
                <a:latin typeface="Times New Roman"/>
                <a:ea typeface="Times New Roman"/>
                <a:cs typeface="Times New Roman"/>
                <a:sym typeface="Times New Roman"/>
              </a:rPr>
              <a:t>DATA GROUPING:</a:t>
            </a:r>
            <a:endParaRPr b="1">
              <a:latin typeface="Times New Roman"/>
              <a:ea typeface="Times New Roman"/>
              <a:cs typeface="Times New Roman"/>
              <a:sym typeface="Times New Roman"/>
            </a:endParaRPr>
          </a:p>
        </p:txBody>
      </p:sp>
      <p:sp>
        <p:nvSpPr>
          <p:cNvPr id="215" name="Google Shape;215;p11"/>
          <p:cNvSpPr txBox="1"/>
          <p:nvPr>
            <p:ph idx="1" type="body"/>
          </p:nvPr>
        </p:nvSpPr>
        <p:spPr>
          <a:xfrm>
            <a:off x="1350088" y="685800"/>
            <a:ext cx="10018713" cy="423923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2900"/>
              <a:buNone/>
            </a:pPr>
            <a:r>
              <a:rPr b="1" lang="en-US">
                <a:latin typeface="Times New Roman"/>
                <a:ea typeface="Times New Roman"/>
                <a:cs typeface="Times New Roman"/>
                <a:sym typeface="Times New Roman"/>
              </a:rPr>
              <a:t>Data Grouping</a:t>
            </a:r>
            <a:r>
              <a:rPr lang="en-US">
                <a:latin typeface="Times New Roman"/>
                <a:ea typeface="Times New Roman"/>
                <a:cs typeface="Times New Roman"/>
                <a:sym typeface="Times New Roman"/>
              </a:rPr>
              <a:t> is the process of organizing data into groups based on the values of one or more columns.</a:t>
            </a:r>
            <a:endParaRPr/>
          </a:p>
          <a:p>
            <a:pPr indent="-342900" lvl="0" marL="342900" rtl="0" algn="l">
              <a:spcBef>
                <a:spcPts val="1000"/>
              </a:spcBef>
              <a:spcAft>
                <a:spcPts val="0"/>
              </a:spcAft>
              <a:buSzPts val="2900"/>
              <a:buFont typeface="Arial"/>
              <a:buChar char="•"/>
            </a:pPr>
            <a:r>
              <a:rPr lang="en-US">
                <a:latin typeface="Times New Roman"/>
                <a:ea typeface="Times New Roman"/>
                <a:cs typeface="Times New Roman"/>
                <a:sym typeface="Times New Roman"/>
              </a:rPr>
              <a:t>In Spotify data analysis, grouping helps you:</a:t>
            </a:r>
            <a:endParaRPr/>
          </a:p>
          <a:p>
            <a:pPr indent="-342900" lvl="0" marL="342900" rtl="0" algn="l">
              <a:spcBef>
                <a:spcPts val="1000"/>
              </a:spcBef>
              <a:spcAft>
                <a:spcPts val="0"/>
              </a:spcAft>
              <a:buSzPts val="2900"/>
              <a:buFont typeface="Arial"/>
              <a:buChar char="•"/>
            </a:pPr>
            <a:r>
              <a:rPr lang="en-US">
                <a:latin typeface="Times New Roman"/>
                <a:ea typeface="Times New Roman"/>
                <a:cs typeface="Times New Roman"/>
                <a:sym typeface="Times New Roman"/>
              </a:rPr>
              <a:t>Analyze trends (e.g., average song duration per year)</a:t>
            </a:r>
            <a:endParaRPr/>
          </a:p>
          <a:p>
            <a:pPr indent="-342900" lvl="0" marL="342900" rtl="0" algn="l">
              <a:spcBef>
                <a:spcPts val="1000"/>
              </a:spcBef>
              <a:spcAft>
                <a:spcPts val="0"/>
              </a:spcAft>
              <a:buSzPts val="2900"/>
              <a:buFont typeface="Arial"/>
              <a:buChar char="•"/>
            </a:pPr>
            <a:r>
              <a:rPr lang="en-US">
                <a:latin typeface="Times New Roman"/>
                <a:ea typeface="Times New Roman"/>
                <a:cs typeface="Times New Roman"/>
                <a:sym typeface="Times New Roman"/>
              </a:rPr>
              <a:t>Summarize data (e.g., total songs per artist)</a:t>
            </a:r>
            <a:endParaRPr/>
          </a:p>
          <a:p>
            <a:pPr indent="0" lvl="0" marL="0" rtl="0" algn="l">
              <a:spcBef>
                <a:spcPts val="1000"/>
              </a:spcBef>
              <a:spcAft>
                <a:spcPts val="0"/>
              </a:spcAft>
              <a:buSzPts val="2900"/>
              <a:buNone/>
            </a:pPr>
            <a:r>
              <a:t/>
            </a:r>
            <a:endParaRPr>
              <a:latin typeface="Times New Roman"/>
              <a:ea typeface="Times New Roman"/>
              <a:cs typeface="Times New Roman"/>
              <a:sym typeface="Times New Roman"/>
            </a:endParaRPr>
          </a:p>
        </p:txBody>
      </p:sp>
      <p:sp>
        <p:nvSpPr>
          <p:cNvPr id="216" name="Google Shape;216;p11"/>
          <p:cNvSpPr txBox="1"/>
          <p:nvPr/>
        </p:nvSpPr>
        <p:spPr>
          <a:xfrm>
            <a:off x="1350088" y="4378566"/>
            <a:ext cx="8255307" cy="15388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a:t>
            </a:r>
            <a:r>
              <a:rPr b="1" lang="en-US" sz="1400">
                <a:solidFill>
                  <a:schemeClr val="dk1"/>
                </a:solidFill>
                <a:latin typeface="Times New Roman"/>
                <a:ea typeface="Times New Roman"/>
                <a:cs typeface="Times New Roman"/>
                <a:sym typeface="Times New Roman"/>
              </a:rPr>
              <a:t>Add Total Score Column (Energy + Danceability):</a:t>
            </a:r>
            <a:endParaRPr/>
          </a:p>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spotify['total_vibe'] = spotify['energy'] +spotify['danceability']</a:t>
            </a:r>
            <a:endParaRPr/>
          </a:p>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spotify['total_vibe'].sum()</a:t>
            </a:r>
            <a:endParaRPr/>
          </a:p>
          <a:p>
            <a:pPr indent="0" lvl="0" marL="0" marR="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120309.45</a:t>
            </a:r>
            <a:endParaRPr/>
          </a:p>
          <a:p>
            <a:pPr indent="0" lvl="0" marL="0" marR="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217" name="Google Shape;217;p11"/>
          <p:cNvSpPr txBox="1"/>
          <p:nvPr/>
        </p:nvSpPr>
        <p:spPr>
          <a:xfrm>
            <a:off x="7149517" y="3355376"/>
            <a:ext cx="6094602" cy="25237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Times New Roman"/>
                <a:ea typeface="Times New Roman"/>
                <a:cs typeface="Times New Roman"/>
                <a:sym typeface="Times New Roman"/>
              </a:rPr>
              <a:t>#Average Duration per Year</a:t>
            </a:r>
            <a:endParaRPr/>
          </a:p>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duration_by_year = spotify.groupby('year')['duration_ms'].mean()</a:t>
            </a:r>
            <a:endParaRPr/>
          </a:p>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duration_by_year</a:t>
            </a:r>
            <a:endParaRPr sz="1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year</a:t>
            </a:r>
            <a:endParaRPr/>
          </a:p>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2000    210154.23</a:t>
            </a:r>
            <a:endParaRPr/>
          </a:p>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2001    204320.19</a:t>
            </a:r>
            <a:endParaRPr/>
          </a:p>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2002    202897.87</a:t>
            </a:r>
            <a:endParaRPr/>
          </a:p>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Name: duration_ms,</a:t>
            </a:r>
            <a:endParaRPr/>
          </a:p>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 dtype: float64</a:t>
            </a:r>
            <a:endParaRPr/>
          </a:p>
          <a:p>
            <a:pPr indent="0" lvl="0" marL="0" marR="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2"/>
          <p:cNvSpPr txBox="1"/>
          <p:nvPr>
            <p:ph type="title"/>
          </p:nvPr>
        </p:nvSpPr>
        <p:spPr>
          <a:xfrm>
            <a:off x="1484312" y="685800"/>
            <a:ext cx="10018711" cy="24537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r>
              <a:rPr b="1" lang="en-US" sz="3600">
                <a:latin typeface="Times New Roman"/>
                <a:ea typeface="Times New Roman"/>
                <a:cs typeface="Times New Roman"/>
                <a:sym typeface="Times New Roman"/>
              </a:rPr>
              <a:t>DATA VISUALISATION:</a:t>
            </a:r>
            <a:endParaRPr b="1" sz="3600">
              <a:latin typeface="Times New Roman"/>
              <a:ea typeface="Times New Roman"/>
              <a:cs typeface="Times New Roman"/>
              <a:sym typeface="Times New Roman"/>
            </a:endParaRPr>
          </a:p>
        </p:txBody>
      </p:sp>
      <p:sp>
        <p:nvSpPr>
          <p:cNvPr id="223" name="Google Shape;223;p12"/>
          <p:cNvSpPr txBox="1"/>
          <p:nvPr>
            <p:ph idx="1" type="body"/>
          </p:nvPr>
        </p:nvSpPr>
        <p:spPr>
          <a:xfrm>
            <a:off x="1366866" y="545285"/>
            <a:ext cx="10018713" cy="442379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2610"/>
              <a:buNone/>
            </a:pPr>
            <a:r>
              <a:rPr b="1" lang="en-US" sz="1800">
                <a:latin typeface="Times New Roman"/>
                <a:ea typeface="Times New Roman"/>
                <a:cs typeface="Times New Roman"/>
                <a:sym typeface="Times New Roman"/>
              </a:rPr>
              <a:t>Data Visualization</a:t>
            </a:r>
            <a:r>
              <a:rPr lang="en-US" sz="1800">
                <a:latin typeface="Times New Roman"/>
                <a:ea typeface="Times New Roman"/>
                <a:cs typeface="Times New Roman"/>
                <a:sym typeface="Times New Roman"/>
              </a:rPr>
              <a:t> is the process of representing data in the form of graphs, charts, and plots. It helps in understanding complex data more easily by converting it into visual formats.</a:t>
            </a:r>
            <a:endParaRPr/>
          </a:p>
          <a:p>
            <a:pPr indent="-342900" lvl="0" marL="342900" rtl="0" algn="l">
              <a:spcBef>
                <a:spcPts val="960"/>
              </a:spcBef>
              <a:spcAft>
                <a:spcPts val="0"/>
              </a:spcAft>
              <a:buSzPts val="2610"/>
              <a:buFont typeface="Arial"/>
              <a:buChar char="•"/>
            </a:pPr>
            <a:r>
              <a:rPr lang="en-US" sz="1800">
                <a:latin typeface="Times New Roman"/>
                <a:ea typeface="Times New Roman"/>
                <a:cs typeface="Times New Roman"/>
                <a:sym typeface="Times New Roman"/>
              </a:rPr>
              <a:t>Identifying patterns and trends in music data (e.g., duration or popularity over time)</a:t>
            </a:r>
            <a:endParaRPr/>
          </a:p>
          <a:p>
            <a:pPr indent="-342900" lvl="0" marL="342900" rtl="0" algn="l">
              <a:spcBef>
                <a:spcPts val="960"/>
              </a:spcBef>
              <a:spcAft>
                <a:spcPts val="0"/>
              </a:spcAft>
              <a:buSzPts val="2610"/>
              <a:buFont typeface="Arial"/>
              <a:buChar char="•"/>
            </a:pPr>
            <a:r>
              <a:rPr lang="en-US" sz="1800">
                <a:latin typeface="Times New Roman"/>
                <a:ea typeface="Times New Roman"/>
                <a:cs typeface="Times New Roman"/>
                <a:sym typeface="Times New Roman"/>
              </a:rPr>
              <a:t>Comparing different categories (like top artists or genres)</a:t>
            </a:r>
            <a:endParaRPr/>
          </a:p>
          <a:p>
            <a:pPr indent="-342900" lvl="0" marL="342900" rtl="0" algn="l">
              <a:spcBef>
                <a:spcPts val="960"/>
              </a:spcBef>
              <a:spcAft>
                <a:spcPts val="0"/>
              </a:spcAft>
              <a:buSzPts val="2610"/>
              <a:buFont typeface="Arial"/>
              <a:buChar char="•"/>
            </a:pPr>
            <a:r>
              <a:rPr lang="en-US" sz="1800">
                <a:latin typeface="Times New Roman"/>
                <a:ea typeface="Times New Roman"/>
                <a:cs typeface="Times New Roman"/>
                <a:sym typeface="Times New Roman"/>
              </a:rPr>
              <a:t>Exploring relationships between features (like energy and loudness)</a:t>
            </a:r>
            <a:endParaRPr/>
          </a:p>
          <a:p>
            <a:pPr indent="-342900" lvl="0" marL="342900" rtl="0" algn="l">
              <a:spcBef>
                <a:spcPts val="960"/>
              </a:spcBef>
              <a:spcAft>
                <a:spcPts val="0"/>
              </a:spcAft>
              <a:buSzPts val="2610"/>
              <a:buFont typeface="Arial"/>
              <a:buChar char="•"/>
            </a:pPr>
            <a:r>
              <a:rPr lang="en-US" sz="1800">
                <a:latin typeface="Times New Roman"/>
                <a:ea typeface="Times New Roman"/>
                <a:cs typeface="Times New Roman"/>
                <a:sym typeface="Times New Roman"/>
              </a:rPr>
              <a:t>Presenting insights in a clear and attractive way</a:t>
            </a:r>
            <a:endParaRPr/>
          </a:p>
          <a:p>
            <a:pPr indent="0" lvl="0" marL="0" rtl="0" algn="ctr">
              <a:spcBef>
                <a:spcPts val="960"/>
              </a:spcBef>
              <a:spcAft>
                <a:spcPts val="0"/>
              </a:spcAft>
              <a:buSzPts val="2610"/>
              <a:buNone/>
            </a:pPr>
            <a:r>
              <a:t/>
            </a:r>
            <a:endParaRPr sz="1800">
              <a:latin typeface="Times New Roman"/>
              <a:ea typeface="Times New Roman"/>
              <a:cs typeface="Times New Roman"/>
              <a:sym typeface="Times New Roman"/>
            </a:endParaRPr>
          </a:p>
        </p:txBody>
      </p:sp>
      <p:pic>
        <p:nvPicPr>
          <p:cNvPr id="224" name="Google Shape;224;p12"/>
          <p:cNvPicPr preferRelativeResize="0"/>
          <p:nvPr/>
        </p:nvPicPr>
        <p:blipFill rotWithShape="1">
          <a:blip r:embed="rId3">
            <a:alphaModFix/>
          </a:blip>
          <a:srcRect b="0" l="0" r="0" t="0"/>
          <a:stretch/>
        </p:blipFill>
        <p:spPr>
          <a:xfrm>
            <a:off x="1484312" y="3816871"/>
            <a:ext cx="4508591" cy="2585446"/>
          </a:xfrm>
          <a:prstGeom prst="rect">
            <a:avLst/>
          </a:prstGeom>
          <a:noFill/>
          <a:ln>
            <a:noFill/>
          </a:ln>
        </p:spPr>
      </p:pic>
      <p:pic>
        <p:nvPicPr>
          <p:cNvPr id="225" name="Google Shape;225;p12"/>
          <p:cNvPicPr preferRelativeResize="0"/>
          <p:nvPr/>
        </p:nvPicPr>
        <p:blipFill rotWithShape="1">
          <a:blip r:embed="rId4">
            <a:alphaModFix/>
          </a:blip>
          <a:srcRect b="0" l="0" r="0" t="0"/>
          <a:stretch/>
        </p:blipFill>
        <p:spPr>
          <a:xfrm>
            <a:off x="6376222" y="3603760"/>
            <a:ext cx="5428841" cy="301166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13"/>
          <p:cNvPicPr preferRelativeResize="0"/>
          <p:nvPr/>
        </p:nvPicPr>
        <p:blipFill rotWithShape="1">
          <a:blip r:embed="rId3">
            <a:alphaModFix/>
          </a:blip>
          <a:srcRect b="0" l="0" r="0" t="0"/>
          <a:stretch/>
        </p:blipFill>
        <p:spPr>
          <a:xfrm>
            <a:off x="1770077" y="1344664"/>
            <a:ext cx="9314576" cy="2084336"/>
          </a:xfrm>
          <a:prstGeom prst="rect">
            <a:avLst/>
          </a:prstGeom>
          <a:noFill/>
          <a:ln>
            <a:noFill/>
          </a:ln>
        </p:spPr>
      </p:pic>
      <p:pic>
        <p:nvPicPr>
          <p:cNvPr id="231" name="Google Shape;231;p13"/>
          <p:cNvPicPr preferRelativeResize="0"/>
          <p:nvPr/>
        </p:nvPicPr>
        <p:blipFill rotWithShape="1">
          <a:blip r:embed="rId4">
            <a:alphaModFix/>
          </a:blip>
          <a:srcRect b="0" l="0" r="0" t="0"/>
          <a:stretch/>
        </p:blipFill>
        <p:spPr>
          <a:xfrm>
            <a:off x="1770077" y="3636627"/>
            <a:ext cx="4662528" cy="2479905"/>
          </a:xfrm>
          <a:prstGeom prst="rect">
            <a:avLst/>
          </a:prstGeom>
          <a:noFill/>
          <a:ln>
            <a:noFill/>
          </a:ln>
        </p:spPr>
      </p:pic>
      <p:pic>
        <p:nvPicPr>
          <p:cNvPr id="232" name="Google Shape;232;p13"/>
          <p:cNvPicPr preferRelativeResize="0"/>
          <p:nvPr/>
        </p:nvPicPr>
        <p:blipFill rotWithShape="1">
          <a:blip r:embed="rId5">
            <a:alphaModFix/>
          </a:blip>
          <a:srcRect b="0" l="0" r="0" t="0"/>
          <a:stretch/>
        </p:blipFill>
        <p:spPr>
          <a:xfrm>
            <a:off x="6774510" y="3636627"/>
            <a:ext cx="4310143" cy="2479906"/>
          </a:xfrm>
          <a:prstGeom prst="rect">
            <a:avLst/>
          </a:prstGeom>
          <a:noFill/>
          <a:ln>
            <a:noFill/>
          </a:ln>
        </p:spPr>
      </p:pic>
      <p:sp>
        <p:nvSpPr>
          <p:cNvPr id="233" name="Google Shape;233;p13"/>
          <p:cNvSpPr txBox="1"/>
          <p:nvPr/>
        </p:nvSpPr>
        <p:spPr>
          <a:xfrm>
            <a:off x="1770077" y="613817"/>
            <a:ext cx="609467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DATA VISUALISATION:</a:t>
            </a:r>
            <a:endParaRPr sz="2800">
              <a:solidFill>
                <a:schemeClr val="dk1"/>
              </a:solidFill>
              <a:latin typeface="Corbel"/>
              <a:ea typeface="Corbel"/>
              <a:cs typeface="Corbel"/>
              <a:sym typeface="Corbe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4"/>
          <p:cNvSpPr txBox="1"/>
          <p:nvPr/>
        </p:nvSpPr>
        <p:spPr>
          <a:xfrm>
            <a:off x="2944535" y="620677"/>
            <a:ext cx="726276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USES OF DATA ANALYSIS LIBRARY</a:t>
            </a:r>
            <a:endParaRPr b="1" sz="3200">
              <a:solidFill>
                <a:schemeClr val="dk1"/>
              </a:solidFill>
              <a:latin typeface="Times New Roman"/>
              <a:ea typeface="Times New Roman"/>
              <a:cs typeface="Times New Roman"/>
              <a:sym typeface="Times New Roman"/>
            </a:endParaRPr>
          </a:p>
        </p:txBody>
      </p:sp>
      <p:sp>
        <p:nvSpPr>
          <p:cNvPr id="239" name="Google Shape;239;p14"/>
          <p:cNvSpPr txBox="1"/>
          <p:nvPr/>
        </p:nvSpPr>
        <p:spPr>
          <a:xfrm>
            <a:off x="1687585" y="1483933"/>
            <a:ext cx="9360716" cy="286232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Times New Roman"/>
                <a:ea typeface="Times New Roman"/>
                <a:cs typeface="Times New Roman"/>
                <a:sym typeface="Times New Roman"/>
              </a:rPr>
              <a:t>PANDAS</a:t>
            </a:r>
            <a:endParaRPr/>
          </a:p>
          <a:p>
            <a:pPr indent="-114300" lvl="0" marL="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Data Handling and Cleaning:</a:t>
            </a:r>
            <a:br>
              <a:rPr lang="en-US" sz="1800">
                <a:solidFill>
                  <a:schemeClr val="dk1"/>
                </a:solidFill>
                <a:latin typeface="Times New Roman"/>
                <a:ea typeface="Times New Roman"/>
                <a:cs typeface="Times New Roman"/>
                <a:sym typeface="Times New Roman"/>
              </a:rPr>
            </a:br>
            <a:r>
              <a:rPr lang="en-US" sz="1800">
                <a:solidFill>
                  <a:schemeClr val="dk1"/>
                </a:solidFill>
                <a:latin typeface="Times New Roman"/>
                <a:ea typeface="Times New Roman"/>
                <a:cs typeface="Times New Roman"/>
                <a:sym typeface="Times New Roman"/>
              </a:rPr>
              <a:t>Pandas was used to load the Spotify dataset, handle missing values, remove duplicates, and filter or group data for meaningful insights.</a:t>
            </a:r>
            <a:endParaRPr/>
          </a:p>
          <a:p>
            <a:pPr indent="-114300" lvl="0" marL="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Grouping and Aggregation:</a:t>
            </a:r>
            <a:br>
              <a:rPr lang="en-US" sz="1800">
                <a:solidFill>
                  <a:schemeClr val="dk1"/>
                </a:solidFill>
                <a:latin typeface="Times New Roman"/>
                <a:ea typeface="Times New Roman"/>
                <a:cs typeface="Times New Roman"/>
                <a:sym typeface="Times New Roman"/>
              </a:rPr>
            </a:br>
            <a:r>
              <a:rPr lang="en-US" sz="1800">
                <a:solidFill>
                  <a:schemeClr val="dk1"/>
                </a:solidFill>
                <a:latin typeface="Times New Roman"/>
                <a:ea typeface="Times New Roman"/>
                <a:cs typeface="Times New Roman"/>
                <a:sym typeface="Times New Roman"/>
              </a:rPr>
              <a:t>Grouping functions helped analyze trends like average song duration per year or number of songs per artist.</a:t>
            </a:r>
            <a:endParaRPr/>
          </a:p>
          <a:p>
            <a:pPr indent="-114300" lvl="0" marL="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Data Transformation:</a:t>
            </a:r>
            <a:br>
              <a:rPr lang="en-US" sz="1800">
                <a:solidFill>
                  <a:schemeClr val="dk1"/>
                </a:solidFill>
                <a:latin typeface="Times New Roman"/>
                <a:ea typeface="Times New Roman"/>
                <a:cs typeface="Times New Roman"/>
                <a:sym typeface="Times New Roman"/>
              </a:rPr>
            </a:br>
            <a:r>
              <a:rPr lang="en-US" sz="1800">
                <a:solidFill>
                  <a:schemeClr val="dk1"/>
                </a:solidFill>
                <a:latin typeface="Times New Roman"/>
                <a:ea typeface="Times New Roman"/>
                <a:cs typeface="Times New Roman"/>
                <a:sym typeface="Times New Roman"/>
              </a:rPr>
              <a:t>Columns were renamed, date formats were converted, and irrelevant data was removed to prepare for visualization.</a:t>
            </a:r>
            <a:endParaRPr/>
          </a:p>
        </p:txBody>
      </p:sp>
      <p:sp>
        <p:nvSpPr>
          <p:cNvPr id="240" name="Google Shape;240;p14"/>
          <p:cNvSpPr txBox="1"/>
          <p:nvPr/>
        </p:nvSpPr>
        <p:spPr>
          <a:xfrm>
            <a:off x="1687585" y="4624736"/>
            <a:ext cx="9360716" cy="120032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Times New Roman"/>
                <a:ea typeface="Times New Roman"/>
                <a:cs typeface="Times New Roman"/>
                <a:sym typeface="Times New Roman"/>
              </a:rPr>
              <a:t>MATPLOTLIB</a:t>
            </a:r>
            <a:endParaRPr/>
          </a:p>
          <a:p>
            <a:pPr indent="-114300" lvl="0" marL="0" marR="0" rtl="0" algn="l">
              <a:spcBef>
                <a:spcPts val="0"/>
              </a:spcBef>
              <a:spcAft>
                <a:spcPts val="0"/>
              </a:spcAft>
              <a:buClr>
                <a:schemeClr val="dk1"/>
              </a:buClr>
              <a:buSzPts val="1800"/>
              <a:buFont typeface="Arial"/>
              <a:buChar char="•"/>
            </a:pPr>
            <a:r>
              <a:rPr b="1" lang="en-US" sz="1800">
                <a:solidFill>
                  <a:schemeClr val="dk1"/>
                </a:solidFill>
                <a:latin typeface="Times New Roman"/>
                <a:ea typeface="Times New Roman"/>
                <a:cs typeface="Times New Roman"/>
                <a:sym typeface="Times New Roman"/>
              </a:rPr>
              <a:t>Basic Data Visualization:</a:t>
            </a:r>
            <a:br>
              <a:rPr lang="en-US" sz="1800">
                <a:solidFill>
                  <a:schemeClr val="dk1"/>
                </a:solidFill>
                <a:latin typeface="Times New Roman"/>
                <a:ea typeface="Times New Roman"/>
                <a:cs typeface="Times New Roman"/>
                <a:sym typeface="Times New Roman"/>
              </a:rPr>
            </a:br>
            <a:r>
              <a:rPr lang="en-US" sz="1800">
                <a:solidFill>
                  <a:schemeClr val="dk1"/>
                </a:solidFill>
                <a:latin typeface="Times New Roman"/>
                <a:ea typeface="Times New Roman"/>
                <a:cs typeface="Times New Roman"/>
                <a:sym typeface="Times New Roman"/>
              </a:rPr>
              <a:t>Matplotlib helped create line charts, bar plots, and histograms to show trends in song popularity, artist activity, and yearly stats.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5"/>
          <p:cNvSpPr txBox="1"/>
          <p:nvPr/>
        </p:nvSpPr>
        <p:spPr>
          <a:xfrm>
            <a:off x="1661020" y="2171830"/>
            <a:ext cx="9320169"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orbel"/>
              <a:buNone/>
            </a:pPr>
            <a:r>
              <a:rPr b="1" lang="en-US" sz="1800">
                <a:solidFill>
                  <a:schemeClr val="dk1"/>
                </a:solidFill>
                <a:latin typeface="Corbel"/>
                <a:ea typeface="Corbel"/>
                <a:cs typeface="Corbel"/>
                <a:sym typeface="Corbel"/>
              </a:rPr>
              <a:t>SEABORN</a:t>
            </a:r>
            <a:endParaRPr/>
          </a:p>
          <a:p>
            <a:pPr indent="-114300" lvl="0" marL="0" marR="0" rtl="0" algn="l">
              <a:spcBef>
                <a:spcPts val="0"/>
              </a:spcBef>
              <a:spcAft>
                <a:spcPts val="0"/>
              </a:spcAft>
              <a:buClr>
                <a:schemeClr val="dk1"/>
              </a:buClr>
              <a:buSzPts val="1800"/>
              <a:buFont typeface="Arial"/>
              <a:buChar char="•"/>
            </a:pPr>
            <a:r>
              <a:rPr b="1" lang="en-US" sz="1800">
                <a:solidFill>
                  <a:schemeClr val="dk1"/>
                </a:solidFill>
                <a:latin typeface="Corbel"/>
                <a:ea typeface="Corbel"/>
                <a:cs typeface="Corbel"/>
                <a:sym typeface="Corbel"/>
              </a:rPr>
              <a:t>Advanced Visualization:</a:t>
            </a:r>
            <a:br>
              <a:rPr lang="en-US" sz="1800">
                <a:solidFill>
                  <a:schemeClr val="dk1"/>
                </a:solidFill>
                <a:latin typeface="Corbel"/>
                <a:ea typeface="Corbel"/>
                <a:cs typeface="Corbel"/>
                <a:sym typeface="Corbel"/>
              </a:rPr>
            </a:br>
            <a:r>
              <a:rPr lang="en-US" sz="1800">
                <a:solidFill>
                  <a:schemeClr val="dk1"/>
                </a:solidFill>
                <a:latin typeface="Corbel"/>
                <a:ea typeface="Corbel"/>
                <a:cs typeface="Corbel"/>
                <a:sym typeface="Corbel"/>
              </a:rPr>
              <a:t>Seaborn was used to create visually rich and informative plots like correlation heatmaps, KDE plots, and boxplots.</a:t>
            </a:r>
            <a:endParaRPr/>
          </a:p>
          <a:p>
            <a:pPr indent="-114300" lvl="0" marL="0" marR="0" rtl="0" algn="l">
              <a:spcBef>
                <a:spcPts val="0"/>
              </a:spcBef>
              <a:spcAft>
                <a:spcPts val="0"/>
              </a:spcAft>
              <a:buClr>
                <a:schemeClr val="dk1"/>
              </a:buClr>
              <a:buSzPts val="1800"/>
              <a:buFont typeface="Arial"/>
              <a:buChar char="•"/>
            </a:pPr>
            <a:r>
              <a:rPr b="1" lang="en-US" sz="1800">
                <a:solidFill>
                  <a:schemeClr val="dk1"/>
                </a:solidFill>
                <a:latin typeface="Corbel"/>
                <a:ea typeface="Corbel"/>
                <a:cs typeface="Corbel"/>
                <a:sym typeface="Corbel"/>
              </a:rPr>
              <a:t>Trend Analysis:</a:t>
            </a:r>
            <a:br>
              <a:rPr lang="en-US" sz="1800">
                <a:solidFill>
                  <a:schemeClr val="dk1"/>
                </a:solidFill>
                <a:latin typeface="Corbel"/>
                <a:ea typeface="Corbel"/>
                <a:cs typeface="Corbel"/>
                <a:sym typeface="Corbel"/>
              </a:rPr>
            </a:br>
            <a:r>
              <a:rPr lang="en-US" sz="1800">
                <a:solidFill>
                  <a:schemeClr val="dk1"/>
                </a:solidFill>
                <a:latin typeface="Corbel"/>
                <a:ea typeface="Corbel"/>
                <a:cs typeface="Corbel"/>
                <a:sym typeface="Corbel"/>
              </a:rPr>
              <a:t>Line plots and bar charts created using Seaborn helped identify trends in music features over time (e.g., energy, danceability).</a:t>
            </a:r>
            <a:endParaRPr/>
          </a:p>
          <a:p>
            <a:pPr indent="-114300" lvl="0" marL="0" marR="0" rtl="0" algn="l">
              <a:spcBef>
                <a:spcPts val="0"/>
              </a:spcBef>
              <a:spcAft>
                <a:spcPts val="0"/>
              </a:spcAft>
              <a:buClr>
                <a:schemeClr val="dk1"/>
              </a:buClr>
              <a:buSzPts val="1800"/>
              <a:buFont typeface="Arial"/>
              <a:buChar char="•"/>
            </a:pPr>
            <a:r>
              <a:rPr b="1" lang="en-US" sz="1800">
                <a:solidFill>
                  <a:schemeClr val="dk1"/>
                </a:solidFill>
                <a:latin typeface="Corbel"/>
                <a:ea typeface="Corbel"/>
                <a:cs typeface="Corbel"/>
                <a:sym typeface="Corbel"/>
              </a:rPr>
              <a:t>Category Insights:</a:t>
            </a:r>
            <a:br>
              <a:rPr lang="en-US" sz="1800">
                <a:solidFill>
                  <a:schemeClr val="dk1"/>
                </a:solidFill>
                <a:latin typeface="Corbel"/>
                <a:ea typeface="Corbel"/>
                <a:cs typeface="Corbel"/>
                <a:sym typeface="Corbel"/>
              </a:rPr>
            </a:br>
            <a:r>
              <a:rPr lang="en-US" sz="1800">
                <a:solidFill>
                  <a:schemeClr val="dk1"/>
                </a:solidFill>
                <a:latin typeface="Corbel"/>
                <a:ea typeface="Corbel"/>
                <a:cs typeface="Corbel"/>
                <a:sym typeface="Corbel"/>
              </a:rPr>
              <a:t>Seaborn made it easy to compare features like genres, popularity, and artist trends across categories.</a:t>
            </a:r>
            <a:endParaRPr/>
          </a:p>
        </p:txBody>
      </p:sp>
      <p:sp>
        <p:nvSpPr>
          <p:cNvPr id="246" name="Google Shape;246;p15"/>
          <p:cNvSpPr txBox="1"/>
          <p:nvPr/>
        </p:nvSpPr>
        <p:spPr>
          <a:xfrm>
            <a:off x="2155971" y="947848"/>
            <a:ext cx="7304713"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USES OF DATA ANALYSIS LIBRARY</a:t>
            </a:r>
            <a:endParaRPr b="1" sz="32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6"/>
          <p:cNvSpPr txBox="1"/>
          <p:nvPr/>
        </p:nvSpPr>
        <p:spPr>
          <a:xfrm>
            <a:off x="1946245" y="863958"/>
            <a:ext cx="811005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Advantages of Spotify Music Data Analysis</a:t>
            </a:r>
            <a:endParaRPr b="1" sz="3200">
              <a:solidFill>
                <a:schemeClr val="dk1"/>
              </a:solidFill>
              <a:latin typeface="Times New Roman"/>
              <a:ea typeface="Times New Roman"/>
              <a:cs typeface="Times New Roman"/>
              <a:sym typeface="Times New Roman"/>
            </a:endParaRPr>
          </a:p>
        </p:txBody>
      </p:sp>
      <p:sp>
        <p:nvSpPr>
          <p:cNvPr id="252" name="Google Shape;252;p16"/>
          <p:cNvSpPr txBox="1"/>
          <p:nvPr/>
        </p:nvSpPr>
        <p:spPr>
          <a:xfrm>
            <a:off x="1946245" y="1849421"/>
            <a:ext cx="8590327"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b="1" lang="en-US" sz="1800">
                <a:solidFill>
                  <a:schemeClr val="dk1"/>
                </a:solidFill>
                <a:latin typeface="Times New Roman"/>
                <a:ea typeface="Times New Roman"/>
                <a:cs typeface="Times New Roman"/>
                <a:sym typeface="Times New Roman"/>
              </a:rPr>
              <a:t>1. Understanding Music Trends</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Analyzing Spotify data helps identify how music preferences have changed over time — for example, how average song duration or popularity has shifted year by year.</a:t>
            </a:r>
            <a:endParaRPr/>
          </a:p>
        </p:txBody>
      </p:sp>
      <p:sp>
        <p:nvSpPr>
          <p:cNvPr id="253" name="Google Shape;253;p16"/>
          <p:cNvSpPr txBox="1"/>
          <p:nvPr/>
        </p:nvSpPr>
        <p:spPr>
          <a:xfrm>
            <a:off x="1946245" y="2830933"/>
            <a:ext cx="811005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b="1" lang="en-US" sz="1800">
                <a:solidFill>
                  <a:schemeClr val="dk1"/>
                </a:solidFill>
                <a:latin typeface="Times New Roman"/>
                <a:ea typeface="Times New Roman"/>
                <a:cs typeface="Times New Roman"/>
                <a:sym typeface="Times New Roman"/>
              </a:rPr>
              <a:t>2. Artist and Genre Insights</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It helps discover the most active or popular artists and genres by measuring song counts, average popularity, and performance over time.</a:t>
            </a:r>
            <a:endParaRPr/>
          </a:p>
        </p:txBody>
      </p:sp>
      <p:sp>
        <p:nvSpPr>
          <p:cNvPr id="254" name="Google Shape;254;p16"/>
          <p:cNvSpPr txBox="1"/>
          <p:nvPr/>
        </p:nvSpPr>
        <p:spPr>
          <a:xfrm>
            <a:off x="1946245" y="3871168"/>
            <a:ext cx="811005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b="1" lang="en-US" sz="1800">
                <a:solidFill>
                  <a:schemeClr val="dk1"/>
                </a:solidFill>
                <a:latin typeface="Times New Roman"/>
                <a:ea typeface="Times New Roman"/>
                <a:cs typeface="Times New Roman"/>
                <a:sym typeface="Times New Roman"/>
              </a:rPr>
              <a:t>3. Feature Optimization</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By analyzing which features are common in popular songs (like tempo, loudness, danceability), new songs can be composed to match those characteristics.</a:t>
            </a:r>
            <a:endParaRPr/>
          </a:p>
        </p:txBody>
      </p:sp>
      <p:sp>
        <p:nvSpPr>
          <p:cNvPr id="255" name="Google Shape;255;p16"/>
          <p:cNvSpPr txBox="1"/>
          <p:nvPr/>
        </p:nvSpPr>
        <p:spPr>
          <a:xfrm>
            <a:off x="1946245" y="4911403"/>
            <a:ext cx="811005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b="1" lang="en-US" sz="1800">
                <a:solidFill>
                  <a:schemeClr val="dk1"/>
                </a:solidFill>
                <a:latin typeface="Times New Roman"/>
                <a:ea typeface="Times New Roman"/>
                <a:cs typeface="Times New Roman"/>
                <a:sym typeface="Times New Roman"/>
              </a:rPr>
              <a:t>8. Predicting Viral Hits</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Using machine learning (optional extension), this data can be used to </a:t>
            </a:r>
            <a:r>
              <a:rPr b="1" lang="en-US" sz="1800">
                <a:solidFill>
                  <a:schemeClr val="dk1"/>
                </a:solidFill>
                <a:latin typeface="Times New Roman"/>
                <a:ea typeface="Times New Roman"/>
                <a:cs typeface="Times New Roman"/>
                <a:sym typeface="Times New Roman"/>
              </a:rPr>
              <a:t>predict which upcoming songs</a:t>
            </a:r>
            <a:r>
              <a:rPr lang="en-US" sz="1800">
                <a:solidFill>
                  <a:schemeClr val="dk1"/>
                </a:solidFill>
                <a:latin typeface="Times New Roman"/>
                <a:ea typeface="Times New Roman"/>
                <a:cs typeface="Times New Roman"/>
                <a:sym typeface="Times New Roman"/>
              </a:rPr>
              <a:t> might go viral based on past popularity patterns.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7"/>
          <p:cNvSpPr txBox="1"/>
          <p:nvPr/>
        </p:nvSpPr>
        <p:spPr>
          <a:xfrm>
            <a:off x="3206691" y="883984"/>
            <a:ext cx="6094602"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3200"/>
              <a:buFont typeface="Times New Roman"/>
              <a:buNone/>
            </a:pPr>
            <a:r>
              <a:rPr b="1" i="0" lang="en-US" sz="3200" u="none" strike="noStrike">
                <a:solidFill>
                  <a:schemeClr val="dk1"/>
                </a:solidFill>
                <a:latin typeface="Times New Roman"/>
                <a:ea typeface="Times New Roman"/>
                <a:cs typeface="Times New Roman"/>
                <a:sym typeface="Times New Roman"/>
              </a:rPr>
              <a:t>CONCLUSION</a:t>
            </a:r>
            <a:endParaRPr b="1" sz="32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3200"/>
              <a:buFont typeface="Times New Roman"/>
              <a:buNone/>
            </a:pPr>
            <a:br>
              <a:rPr b="1" lang="en-US" sz="3200">
                <a:solidFill>
                  <a:schemeClr val="dk1"/>
                </a:solidFill>
                <a:latin typeface="Times New Roman"/>
                <a:ea typeface="Times New Roman"/>
                <a:cs typeface="Times New Roman"/>
                <a:sym typeface="Times New Roman"/>
              </a:rPr>
            </a:br>
            <a:endParaRPr b="1" sz="3200">
              <a:solidFill>
                <a:schemeClr val="dk1"/>
              </a:solidFill>
              <a:latin typeface="Times New Roman"/>
              <a:ea typeface="Times New Roman"/>
              <a:cs typeface="Times New Roman"/>
              <a:sym typeface="Times New Roman"/>
            </a:endParaRPr>
          </a:p>
        </p:txBody>
      </p:sp>
      <p:sp>
        <p:nvSpPr>
          <p:cNvPr id="261" name="Google Shape;261;p17"/>
          <p:cNvSpPr txBox="1"/>
          <p:nvPr/>
        </p:nvSpPr>
        <p:spPr>
          <a:xfrm>
            <a:off x="1921079" y="1944840"/>
            <a:ext cx="8917497"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The Spotify Music Data Analysis project helped uncover useful patterns and trends in modern music using real-world data. With the help of Python libraries like Pandas, Matplotlib, and Seaborn, the dataset was cleaned, analyzed, and visualized effectively.</a:t>
            </a:r>
            <a:endParaRPr/>
          </a:p>
          <a:p>
            <a:pPr indent="0" lvl="0" marL="0" marR="0" rtl="0" algn="l">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Through this analysis, we were able to:</a:t>
            </a:r>
            <a:endParaRPr/>
          </a:p>
          <a:p>
            <a:pPr indent="0" lvl="0" marL="0" marR="0" rtl="0" algn="l">
              <a:spcBef>
                <a:spcPts val="0"/>
              </a:spcBef>
              <a:spcAft>
                <a:spcPts val="0"/>
              </a:spcAft>
              <a:buClr>
                <a:schemeClr val="dk1"/>
              </a:buClr>
              <a:buSzPts val="1800"/>
              <a:buFont typeface="Corbel"/>
              <a:buNone/>
            </a:pPr>
            <a:r>
              <a:t/>
            </a:r>
            <a:endParaRPr sz="1800">
              <a:solidFill>
                <a:schemeClr val="dk1"/>
              </a:solidFill>
              <a:latin typeface="Times New Roman"/>
              <a:ea typeface="Times New Roman"/>
              <a:cs typeface="Times New Roman"/>
              <a:sym typeface="Times New Roman"/>
            </a:endParaRPr>
          </a:p>
          <a:p>
            <a:pPr indent="-114300" lvl="0" marL="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Observe how song features like </a:t>
            </a:r>
            <a:r>
              <a:rPr b="1" lang="en-US" sz="1800">
                <a:solidFill>
                  <a:schemeClr val="dk1"/>
                </a:solidFill>
                <a:latin typeface="Times New Roman"/>
                <a:ea typeface="Times New Roman"/>
                <a:cs typeface="Times New Roman"/>
                <a:sym typeface="Times New Roman"/>
              </a:rPr>
              <a:t>duration</a:t>
            </a:r>
            <a:r>
              <a:rPr lang="en-US" sz="1800">
                <a:solidFill>
                  <a:schemeClr val="dk1"/>
                </a:solidFill>
                <a:latin typeface="Times New Roman"/>
                <a:ea typeface="Times New Roman"/>
                <a:cs typeface="Times New Roman"/>
                <a:sym typeface="Times New Roman"/>
              </a:rPr>
              <a:t> and </a:t>
            </a:r>
            <a:r>
              <a:rPr b="1" lang="en-US" sz="1800">
                <a:solidFill>
                  <a:schemeClr val="dk1"/>
                </a:solidFill>
                <a:latin typeface="Times New Roman"/>
                <a:ea typeface="Times New Roman"/>
                <a:cs typeface="Times New Roman"/>
                <a:sym typeface="Times New Roman"/>
              </a:rPr>
              <a:t>popularity</a:t>
            </a:r>
            <a:r>
              <a:rPr lang="en-US" sz="1800">
                <a:solidFill>
                  <a:schemeClr val="dk1"/>
                </a:solidFill>
                <a:latin typeface="Times New Roman"/>
                <a:ea typeface="Times New Roman"/>
                <a:cs typeface="Times New Roman"/>
                <a:sym typeface="Times New Roman"/>
              </a:rPr>
              <a:t> changed over the years</a:t>
            </a:r>
            <a:endParaRPr/>
          </a:p>
          <a:p>
            <a:pPr indent="-114300" lvl="0" marL="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Identify the </a:t>
            </a:r>
            <a:r>
              <a:rPr b="1" lang="en-US" sz="1800">
                <a:solidFill>
                  <a:schemeClr val="dk1"/>
                </a:solidFill>
                <a:latin typeface="Times New Roman"/>
                <a:ea typeface="Times New Roman"/>
                <a:cs typeface="Times New Roman"/>
                <a:sym typeface="Times New Roman"/>
              </a:rPr>
              <a:t>characteristics of popular songs</a:t>
            </a:r>
            <a:r>
              <a:rPr lang="en-US" sz="1800">
                <a:solidFill>
                  <a:schemeClr val="dk1"/>
                </a:solidFill>
                <a:latin typeface="Times New Roman"/>
                <a:ea typeface="Times New Roman"/>
                <a:cs typeface="Times New Roman"/>
                <a:sym typeface="Times New Roman"/>
              </a:rPr>
              <a:t> such as energy, danceability, and loudness</a:t>
            </a:r>
            <a:endParaRPr/>
          </a:p>
          <a:p>
            <a:pPr indent="-114300" lvl="0" marL="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Visualize correlations between different music attributes</a:t>
            </a:r>
            <a:endParaRPr/>
          </a:p>
          <a:p>
            <a:pPr indent="-114300" lvl="0" marL="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Understand how data can be used to improve music recommendations and user experience</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This project shows how powerful and meaningful insights can be extracted from raw data. It also highlights the importance of data analytics in shaping the future of music platforms like Spotify.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8"/>
          <p:cNvSpPr txBox="1"/>
          <p:nvPr/>
        </p:nvSpPr>
        <p:spPr>
          <a:xfrm>
            <a:off x="-1" y="2776648"/>
            <a:ext cx="12063369" cy="224676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1"/>
                </a:solidFill>
                <a:latin typeface="Courgette"/>
                <a:ea typeface="Courgette"/>
                <a:cs typeface="Courgette"/>
                <a:sym typeface="Courgette"/>
              </a:rPr>
              <a:t>Thank you</a:t>
            </a:r>
            <a:endParaRPr/>
          </a:p>
          <a:p>
            <a:pPr indent="0" lvl="0" marL="0" marR="0" rtl="0" algn="ctr">
              <a:spcBef>
                <a:spcPts val="0"/>
              </a:spcBef>
              <a:spcAft>
                <a:spcPts val="0"/>
              </a:spcAft>
              <a:buNone/>
            </a:pPr>
            <a:r>
              <a:t/>
            </a:r>
            <a:endParaRPr b="1" sz="6000">
              <a:solidFill>
                <a:schemeClr val="dk1"/>
              </a:solidFill>
              <a:latin typeface="Courgette"/>
              <a:ea typeface="Courgette"/>
              <a:cs typeface="Courgette"/>
              <a:sym typeface="Courgette"/>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2025-06-27T05:30:18Z</dcterms:created>
  <dc:creator>Keerthi Korlimarla</dc:creator>
</cp:coreProperties>
</file>